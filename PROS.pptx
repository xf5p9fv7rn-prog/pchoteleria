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3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598"/>
  </p:normalViewPr>
  <p:slideViewPr>
    <p:cSldViewPr snapToGrid="0">
      <p:cViewPr varScale="1">
        <p:scale>
          <a:sx n="88" d="100"/>
          <a:sy n="88" d="100"/>
        </p:scale>
        <p:origin x="176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4D8E55-A111-40DA-B60C-B8E965AED36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7C5F386-5400-4694-8DCA-8BC91ABB5C41}">
      <dgm:prSet/>
      <dgm:spPr/>
      <dgm:t>
        <a:bodyPr/>
        <a:lstStyle/>
        <a:p>
          <a:r>
            <a:rPr lang="es-CL" b="1"/>
            <a:t>Visibilidad Centralizada Inmediata:</a:t>
          </a:r>
          <a:r>
            <a:rPr lang="es-CL"/>
            <a:t> Obtención de informes globales y reportabilidad en tiempo real desde el primer día.</a:t>
          </a:r>
          <a:endParaRPr lang="en-US"/>
        </a:p>
      </dgm:t>
    </dgm:pt>
    <dgm:pt modelId="{F2678AEB-4CD5-447B-9A49-58913DEB6711}" type="parTrans" cxnId="{943F7B2A-2321-4F0D-AAEB-E10786ED1E98}">
      <dgm:prSet/>
      <dgm:spPr/>
      <dgm:t>
        <a:bodyPr/>
        <a:lstStyle/>
        <a:p>
          <a:endParaRPr lang="en-US"/>
        </a:p>
      </dgm:t>
    </dgm:pt>
    <dgm:pt modelId="{2C634B5C-BE0D-4FCB-9CC4-3224CA86DF94}" type="sibTrans" cxnId="{943F7B2A-2321-4F0D-AAEB-E10786ED1E98}">
      <dgm:prSet/>
      <dgm:spPr/>
      <dgm:t>
        <a:bodyPr/>
        <a:lstStyle/>
        <a:p>
          <a:endParaRPr lang="en-US"/>
        </a:p>
      </dgm:t>
    </dgm:pt>
    <dgm:pt modelId="{0AA32C9C-5170-4906-8CD3-FD4217ACA84E}">
      <dgm:prSet/>
      <dgm:spPr/>
      <dgm:t>
        <a:bodyPr/>
        <a:lstStyle/>
        <a:p>
          <a:r>
            <a:rPr lang="es-CL" b="1"/>
            <a:t>Eliminación de la Dualidad:</a:t>
          </a:r>
          <a:r>
            <a:rPr lang="es-CL"/>
            <a:t> Se deja de operar con el método antiguo de forma inmediata, evitando cruces de información entre dos sistemas.</a:t>
          </a:r>
          <a:endParaRPr lang="en-US"/>
        </a:p>
      </dgm:t>
    </dgm:pt>
    <dgm:pt modelId="{85B32CC6-307B-4F44-8717-29D06B99F753}" type="parTrans" cxnId="{DC0D0FCF-1BA6-4D4B-8D69-1E3B2B2ACCA2}">
      <dgm:prSet/>
      <dgm:spPr/>
      <dgm:t>
        <a:bodyPr/>
        <a:lstStyle/>
        <a:p>
          <a:endParaRPr lang="en-US"/>
        </a:p>
      </dgm:t>
    </dgm:pt>
    <dgm:pt modelId="{E1FEE762-8051-4DB3-ADA6-770842F9616A}" type="sibTrans" cxnId="{DC0D0FCF-1BA6-4D4B-8D69-1E3B2B2ACCA2}">
      <dgm:prSet/>
      <dgm:spPr/>
      <dgm:t>
        <a:bodyPr/>
        <a:lstStyle/>
        <a:p>
          <a:endParaRPr lang="en-US"/>
        </a:p>
      </dgm:t>
    </dgm:pt>
    <dgm:pt modelId="{9ADC042C-04B3-CA40-8E3F-33DE3C1008C2}" type="pres">
      <dgm:prSet presAssocID="{DF4D8E55-A111-40DA-B60C-B8E965AED36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8051285-60AD-A048-85E9-8DAAD054F003}" type="pres">
      <dgm:prSet presAssocID="{17C5F386-5400-4694-8DCA-8BC91ABB5C41}" presName="hierRoot1" presStyleCnt="0"/>
      <dgm:spPr/>
    </dgm:pt>
    <dgm:pt modelId="{6B13F6A3-96A7-1D48-BF70-0229678E1CB3}" type="pres">
      <dgm:prSet presAssocID="{17C5F386-5400-4694-8DCA-8BC91ABB5C41}" presName="composite" presStyleCnt="0"/>
      <dgm:spPr/>
    </dgm:pt>
    <dgm:pt modelId="{B224FF8E-BB02-FD4C-B7E5-28AE4359865E}" type="pres">
      <dgm:prSet presAssocID="{17C5F386-5400-4694-8DCA-8BC91ABB5C41}" presName="background" presStyleLbl="node0" presStyleIdx="0" presStyleCnt="2"/>
      <dgm:spPr/>
    </dgm:pt>
    <dgm:pt modelId="{9616B43C-9042-E347-B1A2-05302C5262B7}" type="pres">
      <dgm:prSet presAssocID="{17C5F386-5400-4694-8DCA-8BC91ABB5C41}" presName="text" presStyleLbl="fgAcc0" presStyleIdx="0" presStyleCnt="2">
        <dgm:presLayoutVars>
          <dgm:chPref val="3"/>
        </dgm:presLayoutVars>
      </dgm:prSet>
      <dgm:spPr/>
    </dgm:pt>
    <dgm:pt modelId="{54E56F7F-0AF8-BF42-8759-540052A92825}" type="pres">
      <dgm:prSet presAssocID="{17C5F386-5400-4694-8DCA-8BC91ABB5C41}" presName="hierChild2" presStyleCnt="0"/>
      <dgm:spPr/>
    </dgm:pt>
    <dgm:pt modelId="{2C4E7522-A817-1F4E-8EA8-49072986B9E4}" type="pres">
      <dgm:prSet presAssocID="{0AA32C9C-5170-4906-8CD3-FD4217ACA84E}" presName="hierRoot1" presStyleCnt="0"/>
      <dgm:spPr/>
    </dgm:pt>
    <dgm:pt modelId="{3C530E1D-400A-1048-9F07-B96952666A91}" type="pres">
      <dgm:prSet presAssocID="{0AA32C9C-5170-4906-8CD3-FD4217ACA84E}" presName="composite" presStyleCnt="0"/>
      <dgm:spPr/>
    </dgm:pt>
    <dgm:pt modelId="{8A8E1013-4534-2948-8704-1A5D97D5017D}" type="pres">
      <dgm:prSet presAssocID="{0AA32C9C-5170-4906-8CD3-FD4217ACA84E}" presName="background" presStyleLbl="node0" presStyleIdx="1" presStyleCnt="2"/>
      <dgm:spPr/>
    </dgm:pt>
    <dgm:pt modelId="{0F8B6490-11FA-454E-8ED4-715F702A7ACE}" type="pres">
      <dgm:prSet presAssocID="{0AA32C9C-5170-4906-8CD3-FD4217ACA84E}" presName="text" presStyleLbl="fgAcc0" presStyleIdx="1" presStyleCnt="2">
        <dgm:presLayoutVars>
          <dgm:chPref val="3"/>
        </dgm:presLayoutVars>
      </dgm:prSet>
      <dgm:spPr/>
    </dgm:pt>
    <dgm:pt modelId="{2A01D267-CD4F-E341-A58D-2F019163097F}" type="pres">
      <dgm:prSet presAssocID="{0AA32C9C-5170-4906-8CD3-FD4217ACA84E}" presName="hierChild2" presStyleCnt="0"/>
      <dgm:spPr/>
    </dgm:pt>
  </dgm:ptLst>
  <dgm:cxnLst>
    <dgm:cxn modelId="{EDC04000-6FE2-DF4E-9489-6113402C0E54}" type="presOf" srcId="{0AA32C9C-5170-4906-8CD3-FD4217ACA84E}" destId="{0F8B6490-11FA-454E-8ED4-715F702A7ACE}" srcOrd="0" destOrd="0" presId="urn:microsoft.com/office/officeart/2005/8/layout/hierarchy1"/>
    <dgm:cxn modelId="{943F7B2A-2321-4F0D-AAEB-E10786ED1E98}" srcId="{DF4D8E55-A111-40DA-B60C-B8E965AED369}" destId="{17C5F386-5400-4694-8DCA-8BC91ABB5C41}" srcOrd="0" destOrd="0" parTransId="{F2678AEB-4CD5-447B-9A49-58913DEB6711}" sibTransId="{2C634B5C-BE0D-4FCB-9CC4-3224CA86DF94}"/>
    <dgm:cxn modelId="{DC0D0FCF-1BA6-4D4B-8D69-1E3B2B2ACCA2}" srcId="{DF4D8E55-A111-40DA-B60C-B8E965AED369}" destId="{0AA32C9C-5170-4906-8CD3-FD4217ACA84E}" srcOrd="1" destOrd="0" parTransId="{85B32CC6-307B-4F44-8717-29D06B99F753}" sibTransId="{E1FEE762-8051-4DB3-ADA6-770842F9616A}"/>
    <dgm:cxn modelId="{E6EAD1D7-1789-5245-AA7D-BA0B16C4B8B9}" type="presOf" srcId="{DF4D8E55-A111-40DA-B60C-B8E965AED369}" destId="{9ADC042C-04B3-CA40-8E3F-33DE3C1008C2}" srcOrd="0" destOrd="0" presId="urn:microsoft.com/office/officeart/2005/8/layout/hierarchy1"/>
    <dgm:cxn modelId="{A25294DB-E8D0-1F42-86B9-D15F87DC4DDC}" type="presOf" srcId="{17C5F386-5400-4694-8DCA-8BC91ABB5C41}" destId="{9616B43C-9042-E347-B1A2-05302C5262B7}" srcOrd="0" destOrd="0" presId="urn:microsoft.com/office/officeart/2005/8/layout/hierarchy1"/>
    <dgm:cxn modelId="{68F4721F-42B9-9949-ABC1-1217DCC6AFB3}" type="presParOf" srcId="{9ADC042C-04B3-CA40-8E3F-33DE3C1008C2}" destId="{A8051285-60AD-A048-85E9-8DAAD054F003}" srcOrd="0" destOrd="0" presId="urn:microsoft.com/office/officeart/2005/8/layout/hierarchy1"/>
    <dgm:cxn modelId="{301CB4BB-D64F-3E46-8334-B3DC2451F49C}" type="presParOf" srcId="{A8051285-60AD-A048-85E9-8DAAD054F003}" destId="{6B13F6A3-96A7-1D48-BF70-0229678E1CB3}" srcOrd="0" destOrd="0" presId="urn:microsoft.com/office/officeart/2005/8/layout/hierarchy1"/>
    <dgm:cxn modelId="{D52E3113-55CD-764E-A4C3-F22DD8E65BD8}" type="presParOf" srcId="{6B13F6A3-96A7-1D48-BF70-0229678E1CB3}" destId="{B224FF8E-BB02-FD4C-B7E5-28AE4359865E}" srcOrd="0" destOrd="0" presId="urn:microsoft.com/office/officeart/2005/8/layout/hierarchy1"/>
    <dgm:cxn modelId="{6863EC74-B79E-F042-B947-F1FC958F3F3F}" type="presParOf" srcId="{6B13F6A3-96A7-1D48-BF70-0229678E1CB3}" destId="{9616B43C-9042-E347-B1A2-05302C5262B7}" srcOrd="1" destOrd="0" presId="urn:microsoft.com/office/officeart/2005/8/layout/hierarchy1"/>
    <dgm:cxn modelId="{D388E6C8-A4A6-224C-A167-58BB38808427}" type="presParOf" srcId="{A8051285-60AD-A048-85E9-8DAAD054F003}" destId="{54E56F7F-0AF8-BF42-8759-540052A92825}" srcOrd="1" destOrd="0" presId="urn:microsoft.com/office/officeart/2005/8/layout/hierarchy1"/>
    <dgm:cxn modelId="{F6BA8F03-813B-A645-9FF0-7B6BB389FDBC}" type="presParOf" srcId="{9ADC042C-04B3-CA40-8E3F-33DE3C1008C2}" destId="{2C4E7522-A817-1F4E-8EA8-49072986B9E4}" srcOrd="1" destOrd="0" presId="urn:microsoft.com/office/officeart/2005/8/layout/hierarchy1"/>
    <dgm:cxn modelId="{FA91E525-7F0E-5840-BDB4-6E0606450102}" type="presParOf" srcId="{2C4E7522-A817-1F4E-8EA8-49072986B9E4}" destId="{3C530E1D-400A-1048-9F07-B96952666A91}" srcOrd="0" destOrd="0" presId="urn:microsoft.com/office/officeart/2005/8/layout/hierarchy1"/>
    <dgm:cxn modelId="{6F1255AE-8D4B-5040-A6C2-9569DD45E167}" type="presParOf" srcId="{3C530E1D-400A-1048-9F07-B96952666A91}" destId="{8A8E1013-4534-2948-8704-1A5D97D5017D}" srcOrd="0" destOrd="0" presId="urn:microsoft.com/office/officeart/2005/8/layout/hierarchy1"/>
    <dgm:cxn modelId="{FB4755D2-441F-2040-96C0-81821D2F8F43}" type="presParOf" srcId="{3C530E1D-400A-1048-9F07-B96952666A91}" destId="{0F8B6490-11FA-454E-8ED4-715F702A7ACE}" srcOrd="1" destOrd="0" presId="urn:microsoft.com/office/officeart/2005/8/layout/hierarchy1"/>
    <dgm:cxn modelId="{42BD34A3-D445-E246-8347-46FA152229E8}" type="presParOf" srcId="{2C4E7522-A817-1F4E-8EA8-49072986B9E4}" destId="{2A01D267-CD4F-E341-A58D-2F019163097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9D89CA-489D-4744-97F4-3F2DFFEB770C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2EC254-FBF2-44BD-826C-E29EAFF755FE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b="1" i="0" baseline="0"/>
            <a:t>Colapso Operativo en Counter:</a:t>
          </a:r>
          <a:r>
            <a:rPr lang="es-CL" b="0" i="0" baseline="0"/>
            <a:t> Al juntarse peaks de 800 personas sin inducción previa, las filas superarán la capacidad física de atención.</a:t>
          </a:r>
          <a:endParaRPr lang="en-US"/>
        </a:p>
      </dgm:t>
    </dgm:pt>
    <dgm:pt modelId="{851C3D13-1024-419F-9DF7-4963CE6DA912}" type="parTrans" cxnId="{DA5C28BE-ADDE-4732-BEDE-8941BBE3DEF3}">
      <dgm:prSet/>
      <dgm:spPr/>
      <dgm:t>
        <a:bodyPr/>
        <a:lstStyle/>
        <a:p>
          <a:endParaRPr lang="en-US"/>
        </a:p>
      </dgm:t>
    </dgm:pt>
    <dgm:pt modelId="{9326EBE9-6007-4C24-A546-A6E06BAA96CA}" type="sibTrans" cxnId="{DA5C28BE-ADDE-4732-BEDE-8941BBE3DEF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859CFF7-F346-4DD9-B543-2104214CD7D0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b="1" i="0" baseline="0"/>
            <a:t>Falla Crítica en Turno Noche:</a:t>
          </a:r>
          <a:r>
            <a:rPr lang="es-CL" b="0" i="0" baseline="0"/>
            <a:t> Al tener </a:t>
          </a:r>
          <a:r>
            <a:rPr lang="es-CL" b="1" i="0" baseline="0"/>
            <a:t>solo 1 persona en la administración nocturna</a:t>
          </a:r>
          <a:r>
            <a:rPr lang="es-CL" b="0" i="0" baseline="0"/>
            <a:t>, el proceso de realizar check-in y explicar el sistema a cientos de usuarios inexpertos se volverá humanamente imposible, multiplicando los tiempos de espera.</a:t>
          </a:r>
          <a:endParaRPr lang="en-US"/>
        </a:p>
      </dgm:t>
    </dgm:pt>
    <dgm:pt modelId="{88315D1D-3630-45BA-862C-EEF88F1D25DA}" type="parTrans" cxnId="{8C1BC31F-C00C-4FBE-A3A2-25E9056E7E42}">
      <dgm:prSet/>
      <dgm:spPr/>
      <dgm:t>
        <a:bodyPr/>
        <a:lstStyle/>
        <a:p>
          <a:endParaRPr lang="en-US"/>
        </a:p>
      </dgm:t>
    </dgm:pt>
    <dgm:pt modelId="{EFCB5B89-353D-4483-8AE2-423C2476C968}" type="sibTrans" cxnId="{8C1BC31F-C00C-4FBE-A3A2-25E9056E7E4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A737231-DA7C-4431-9264-1B8F2F52A93C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b="1" i="0" baseline="0"/>
            <a:t>Efecto Dominó por Errores de Carga:</a:t>
          </a:r>
          <a:r>
            <a:rPr lang="es-CL" b="0" i="0" baseline="0"/>
            <a:t> Los cambios de última hora no informados por las empresas y los errores de asignación se detectarán todos juntos en la fila, deteniendo el flujo por completo.</a:t>
          </a:r>
          <a:endParaRPr lang="en-US"/>
        </a:p>
      </dgm:t>
    </dgm:pt>
    <dgm:pt modelId="{EA62DF94-1DEB-4BE3-A6CF-C4745EEF936E}" type="parTrans" cxnId="{DCF6C674-E0E2-4E71-A568-AD3016B9C658}">
      <dgm:prSet/>
      <dgm:spPr/>
      <dgm:t>
        <a:bodyPr/>
        <a:lstStyle/>
        <a:p>
          <a:endParaRPr lang="en-US"/>
        </a:p>
      </dgm:t>
    </dgm:pt>
    <dgm:pt modelId="{0C963E1C-2F6D-4385-ABBD-0E0987360C8C}" type="sibTrans" cxnId="{DCF6C674-E0E2-4E71-A568-AD3016B9C65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D9075E9-B868-4889-AECE-50F50F09C4BF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b="1" i="0" baseline="0" dirty="0"/>
            <a:t>Impacto Negativo en el Clima Laboral:</a:t>
          </a:r>
          <a:r>
            <a:rPr lang="es-CL" b="0" i="0" baseline="0" dirty="0"/>
            <a:t> El desconocimiento del sistema, sumado a las molestias de los usuarios por la distribución de habitaciones (fricción ajena a la administración), generará altos niveles de frustración y reclamos hacia nuestro personal.</a:t>
          </a:r>
          <a:endParaRPr lang="en-US" dirty="0"/>
        </a:p>
      </dgm:t>
    </dgm:pt>
    <dgm:pt modelId="{E5D8FE4A-8DAB-48DB-A93B-CF24FC1371DB}" type="parTrans" cxnId="{44924DA5-03B2-42DE-B99D-A73A7423CD1F}">
      <dgm:prSet/>
      <dgm:spPr/>
      <dgm:t>
        <a:bodyPr/>
        <a:lstStyle/>
        <a:p>
          <a:endParaRPr lang="en-US"/>
        </a:p>
      </dgm:t>
    </dgm:pt>
    <dgm:pt modelId="{AC55F719-204F-480A-BCDA-80D4FB19AA8D}" type="sibTrans" cxnId="{44924DA5-03B2-42DE-B99D-A73A7423CD1F}">
      <dgm:prSet/>
      <dgm:spPr/>
      <dgm:t>
        <a:bodyPr/>
        <a:lstStyle/>
        <a:p>
          <a:endParaRPr lang="en-US"/>
        </a:p>
      </dgm:t>
    </dgm:pt>
    <dgm:pt modelId="{71AC0927-A2F2-4FE2-AB36-12C0D42CCAF5}" type="pres">
      <dgm:prSet presAssocID="{E69D89CA-489D-4744-97F4-3F2DFFEB770C}" presName="root" presStyleCnt="0">
        <dgm:presLayoutVars>
          <dgm:dir/>
          <dgm:resizeHandles val="exact"/>
        </dgm:presLayoutVars>
      </dgm:prSet>
      <dgm:spPr/>
    </dgm:pt>
    <dgm:pt modelId="{825EF895-D15C-499B-B202-44318CADB6B5}" type="pres">
      <dgm:prSet presAssocID="{E69D89CA-489D-4744-97F4-3F2DFFEB770C}" presName="container" presStyleCnt="0">
        <dgm:presLayoutVars>
          <dgm:dir/>
          <dgm:resizeHandles val="exact"/>
        </dgm:presLayoutVars>
      </dgm:prSet>
      <dgm:spPr/>
    </dgm:pt>
    <dgm:pt modelId="{41575E63-7AAB-4E99-BFAE-1FAADA9622F3}" type="pres">
      <dgm:prSet presAssocID="{7C2EC254-FBF2-44BD-826C-E29EAFF755FE}" presName="compNode" presStyleCnt="0"/>
      <dgm:spPr/>
    </dgm:pt>
    <dgm:pt modelId="{99C33855-A027-41EB-A9C3-980D24941264}" type="pres">
      <dgm:prSet presAssocID="{7C2EC254-FBF2-44BD-826C-E29EAFF755FE}" presName="iconBgRect" presStyleLbl="bgShp" presStyleIdx="0" presStyleCnt="4"/>
      <dgm:spPr/>
    </dgm:pt>
    <dgm:pt modelId="{2AB4A368-D6BF-4DAD-9DCD-8C49E3B577AF}" type="pres">
      <dgm:prSet presAssocID="{7C2EC254-FBF2-44BD-826C-E29EAFF755F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9C8170AA-630E-4AA8-8733-66254EDD8F9D}" type="pres">
      <dgm:prSet presAssocID="{7C2EC254-FBF2-44BD-826C-E29EAFF755FE}" presName="spaceRect" presStyleCnt="0"/>
      <dgm:spPr/>
    </dgm:pt>
    <dgm:pt modelId="{E74A673C-644D-450F-A26F-CAE9B0A60CB8}" type="pres">
      <dgm:prSet presAssocID="{7C2EC254-FBF2-44BD-826C-E29EAFF755FE}" presName="textRect" presStyleLbl="revTx" presStyleIdx="0" presStyleCnt="4">
        <dgm:presLayoutVars>
          <dgm:chMax val="1"/>
          <dgm:chPref val="1"/>
        </dgm:presLayoutVars>
      </dgm:prSet>
      <dgm:spPr/>
    </dgm:pt>
    <dgm:pt modelId="{9B627D5D-830E-46C7-BA67-9C9A99E5BED6}" type="pres">
      <dgm:prSet presAssocID="{9326EBE9-6007-4C24-A546-A6E06BAA96CA}" presName="sibTrans" presStyleLbl="sibTrans2D1" presStyleIdx="0" presStyleCnt="0"/>
      <dgm:spPr/>
    </dgm:pt>
    <dgm:pt modelId="{7D9A5A53-7B9F-4849-AFC0-A6D2A00B8992}" type="pres">
      <dgm:prSet presAssocID="{1859CFF7-F346-4DD9-B543-2104214CD7D0}" presName="compNode" presStyleCnt="0"/>
      <dgm:spPr/>
    </dgm:pt>
    <dgm:pt modelId="{59433567-D771-41B9-9624-F4F5399249F5}" type="pres">
      <dgm:prSet presAssocID="{1859CFF7-F346-4DD9-B543-2104214CD7D0}" presName="iconBgRect" presStyleLbl="bgShp" presStyleIdx="1" presStyleCnt="4"/>
      <dgm:spPr/>
    </dgm:pt>
    <dgm:pt modelId="{3234BBA2-15FD-4A47-B4E3-5AA947BE171E}" type="pres">
      <dgm:prSet presAssocID="{1859CFF7-F346-4DD9-B543-2104214CD7D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rritante"/>
        </a:ext>
      </dgm:extLst>
    </dgm:pt>
    <dgm:pt modelId="{E2C6D83D-FBE6-4EDC-8A16-95FA768E4194}" type="pres">
      <dgm:prSet presAssocID="{1859CFF7-F346-4DD9-B543-2104214CD7D0}" presName="spaceRect" presStyleCnt="0"/>
      <dgm:spPr/>
    </dgm:pt>
    <dgm:pt modelId="{22892418-5743-48C3-B1D1-31203A0DF57F}" type="pres">
      <dgm:prSet presAssocID="{1859CFF7-F346-4DD9-B543-2104214CD7D0}" presName="textRect" presStyleLbl="revTx" presStyleIdx="1" presStyleCnt="4">
        <dgm:presLayoutVars>
          <dgm:chMax val="1"/>
          <dgm:chPref val="1"/>
        </dgm:presLayoutVars>
      </dgm:prSet>
      <dgm:spPr/>
    </dgm:pt>
    <dgm:pt modelId="{6705CF57-161D-41C8-AC47-0957DCDF4600}" type="pres">
      <dgm:prSet presAssocID="{EFCB5B89-353D-4483-8AE2-423C2476C968}" presName="sibTrans" presStyleLbl="sibTrans2D1" presStyleIdx="0" presStyleCnt="0"/>
      <dgm:spPr/>
    </dgm:pt>
    <dgm:pt modelId="{D159957C-1536-4D26-A793-F1A1F53C761E}" type="pres">
      <dgm:prSet presAssocID="{8A737231-DA7C-4431-9264-1B8F2F52A93C}" presName="compNode" presStyleCnt="0"/>
      <dgm:spPr/>
    </dgm:pt>
    <dgm:pt modelId="{7D878672-A9C7-4297-A63B-998B39372EBC}" type="pres">
      <dgm:prSet presAssocID="{8A737231-DA7C-4431-9264-1B8F2F52A93C}" presName="iconBgRect" presStyleLbl="bgShp" presStyleIdx="2" presStyleCnt="4"/>
      <dgm:spPr/>
    </dgm:pt>
    <dgm:pt modelId="{144B20E7-F3E1-4C9E-9E80-8043C9217BB1}" type="pres">
      <dgm:prSet presAssocID="{8A737231-DA7C-4431-9264-1B8F2F52A93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dvertencia"/>
        </a:ext>
      </dgm:extLst>
    </dgm:pt>
    <dgm:pt modelId="{4F4C7ADB-342E-4CC1-9E0F-D6C67B9BA26F}" type="pres">
      <dgm:prSet presAssocID="{8A737231-DA7C-4431-9264-1B8F2F52A93C}" presName="spaceRect" presStyleCnt="0"/>
      <dgm:spPr/>
    </dgm:pt>
    <dgm:pt modelId="{ABADB966-3D92-4FEA-AD68-8FEF622E67D5}" type="pres">
      <dgm:prSet presAssocID="{8A737231-DA7C-4431-9264-1B8F2F52A93C}" presName="textRect" presStyleLbl="revTx" presStyleIdx="2" presStyleCnt="4">
        <dgm:presLayoutVars>
          <dgm:chMax val="1"/>
          <dgm:chPref val="1"/>
        </dgm:presLayoutVars>
      </dgm:prSet>
      <dgm:spPr/>
    </dgm:pt>
    <dgm:pt modelId="{8258C48B-5751-42B6-B6CA-0CE2048AD8BF}" type="pres">
      <dgm:prSet presAssocID="{0C963E1C-2F6D-4385-ABBD-0E0987360C8C}" presName="sibTrans" presStyleLbl="sibTrans2D1" presStyleIdx="0" presStyleCnt="0"/>
      <dgm:spPr/>
    </dgm:pt>
    <dgm:pt modelId="{F82E13CF-A7F1-4A48-8865-CA00E4B3AF90}" type="pres">
      <dgm:prSet presAssocID="{3D9075E9-B868-4889-AECE-50F50F09C4BF}" presName="compNode" presStyleCnt="0"/>
      <dgm:spPr/>
    </dgm:pt>
    <dgm:pt modelId="{A35D91D2-AECE-459D-93C0-EFA8E0593E58}" type="pres">
      <dgm:prSet presAssocID="{3D9075E9-B868-4889-AECE-50F50F09C4BF}" presName="iconBgRect" presStyleLbl="bgShp" presStyleIdx="3" presStyleCnt="4"/>
      <dgm:spPr/>
    </dgm:pt>
    <dgm:pt modelId="{981EF54C-AB44-4DB4-8645-1264CE5039F0}" type="pres">
      <dgm:prSet presAssocID="{3D9075E9-B868-4889-AECE-50F50F09C4BF}" presName="iconRect" presStyleLbl="node1" presStyleIdx="3" presStyleCnt="4"/>
      <dgm:spPr>
        <a:prstGeom prst="irregularSeal1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lámpagos"/>
        </a:ext>
      </dgm:extLst>
    </dgm:pt>
    <dgm:pt modelId="{F3FAA8AE-7028-4AAD-9A8D-31C10F4C47C9}" type="pres">
      <dgm:prSet presAssocID="{3D9075E9-B868-4889-AECE-50F50F09C4BF}" presName="spaceRect" presStyleCnt="0"/>
      <dgm:spPr/>
    </dgm:pt>
    <dgm:pt modelId="{2D212FFC-FC54-4334-B6CC-3559C9AC6304}" type="pres">
      <dgm:prSet presAssocID="{3D9075E9-B868-4889-AECE-50F50F09C4B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E2B3413-6F4A-4F18-8371-6629F6C79E3B}" type="presOf" srcId="{9326EBE9-6007-4C24-A546-A6E06BAA96CA}" destId="{9B627D5D-830E-46C7-BA67-9C9A99E5BED6}" srcOrd="0" destOrd="0" presId="urn:microsoft.com/office/officeart/2018/2/layout/IconCircleList"/>
    <dgm:cxn modelId="{8C1BC31F-C00C-4FBE-A3A2-25E9056E7E42}" srcId="{E69D89CA-489D-4744-97F4-3F2DFFEB770C}" destId="{1859CFF7-F346-4DD9-B543-2104214CD7D0}" srcOrd="1" destOrd="0" parTransId="{88315D1D-3630-45BA-862C-EEF88F1D25DA}" sibTransId="{EFCB5B89-353D-4483-8AE2-423C2476C968}"/>
    <dgm:cxn modelId="{05F3C658-C75A-4F46-8AEE-C8BBD62A832A}" type="presOf" srcId="{EFCB5B89-353D-4483-8AE2-423C2476C968}" destId="{6705CF57-161D-41C8-AC47-0957DCDF4600}" srcOrd="0" destOrd="0" presId="urn:microsoft.com/office/officeart/2018/2/layout/IconCircleList"/>
    <dgm:cxn modelId="{DCF6C674-E0E2-4E71-A568-AD3016B9C658}" srcId="{E69D89CA-489D-4744-97F4-3F2DFFEB770C}" destId="{8A737231-DA7C-4431-9264-1B8F2F52A93C}" srcOrd="2" destOrd="0" parTransId="{EA62DF94-1DEB-4BE3-A6CF-C4745EEF936E}" sibTransId="{0C963E1C-2F6D-4385-ABBD-0E0987360C8C}"/>
    <dgm:cxn modelId="{A844D47C-0C23-4892-8B39-6CD88D523BBF}" type="presOf" srcId="{3D9075E9-B868-4889-AECE-50F50F09C4BF}" destId="{2D212FFC-FC54-4334-B6CC-3559C9AC6304}" srcOrd="0" destOrd="0" presId="urn:microsoft.com/office/officeart/2018/2/layout/IconCircleList"/>
    <dgm:cxn modelId="{867E0187-CCE8-469D-8A41-DBC98B9C72E4}" type="presOf" srcId="{0C963E1C-2F6D-4385-ABBD-0E0987360C8C}" destId="{8258C48B-5751-42B6-B6CA-0CE2048AD8BF}" srcOrd="0" destOrd="0" presId="urn:microsoft.com/office/officeart/2018/2/layout/IconCircleList"/>
    <dgm:cxn modelId="{44924DA5-03B2-42DE-B99D-A73A7423CD1F}" srcId="{E69D89CA-489D-4744-97F4-3F2DFFEB770C}" destId="{3D9075E9-B868-4889-AECE-50F50F09C4BF}" srcOrd="3" destOrd="0" parTransId="{E5D8FE4A-8DAB-48DB-A93B-CF24FC1371DB}" sibTransId="{AC55F719-204F-480A-BCDA-80D4FB19AA8D}"/>
    <dgm:cxn modelId="{C170D7B6-5511-48E2-B61F-A98E1EC410B2}" type="presOf" srcId="{E69D89CA-489D-4744-97F4-3F2DFFEB770C}" destId="{71AC0927-A2F2-4FE2-AB36-12C0D42CCAF5}" srcOrd="0" destOrd="0" presId="urn:microsoft.com/office/officeart/2018/2/layout/IconCircleList"/>
    <dgm:cxn modelId="{7725CBB8-41E3-46F5-985F-68F9AD25AC36}" type="presOf" srcId="{8A737231-DA7C-4431-9264-1B8F2F52A93C}" destId="{ABADB966-3D92-4FEA-AD68-8FEF622E67D5}" srcOrd="0" destOrd="0" presId="urn:microsoft.com/office/officeart/2018/2/layout/IconCircleList"/>
    <dgm:cxn modelId="{DA5C28BE-ADDE-4732-BEDE-8941BBE3DEF3}" srcId="{E69D89CA-489D-4744-97F4-3F2DFFEB770C}" destId="{7C2EC254-FBF2-44BD-826C-E29EAFF755FE}" srcOrd="0" destOrd="0" parTransId="{851C3D13-1024-419F-9DF7-4963CE6DA912}" sibTransId="{9326EBE9-6007-4C24-A546-A6E06BAA96CA}"/>
    <dgm:cxn modelId="{1D1F62D5-5197-47CA-A293-6ECCB18CB4D3}" type="presOf" srcId="{1859CFF7-F346-4DD9-B543-2104214CD7D0}" destId="{22892418-5743-48C3-B1D1-31203A0DF57F}" srcOrd="0" destOrd="0" presId="urn:microsoft.com/office/officeart/2018/2/layout/IconCircleList"/>
    <dgm:cxn modelId="{932589D5-39FD-4733-BA66-E606D416BBDD}" type="presOf" srcId="{7C2EC254-FBF2-44BD-826C-E29EAFF755FE}" destId="{E74A673C-644D-450F-A26F-CAE9B0A60CB8}" srcOrd="0" destOrd="0" presId="urn:microsoft.com/office/officeart/2018/2/layout/IconCircleList"/>
    <dgm:cxn modelId="{01E557C9-E00A-42F7-9158-55B0724D9318}" type="presParOf" srcId="{71AC0927-A2F2-4FE2-AB36-12C0D42CCAF5}" destId="{825EF895-D15C-499B-B202-44318CADB6B5}" srcOrd="0" destOrd="0" presId="urn:microsoft.com/office/officeart/2018/2/layout/IconCircleList"/>
    <dgm:cxn modelId="{2ED042A3-5C4C-41AA-8485-CB726505A0BD}" type="presParOf" srcId="{825EF895-D15C-499B-B202-44318CADB6B5}" destId="{41575E63-7AAB-4E99-BFAE-1FAADA9622F3}" srcOrd="0" destOrd="0" presId="urn:microsoft.com/office/officeart/2018/2/layout/IconCircleList"/>
    <dgm:cxn modelId="{BE3A247F-D912-4570-AEF6-4329031682F9}" type="presParOf" srcId="{41575E63-7AAB-4E99-BFAE-1FAADA9622F3}" destId="{99C33855-A027-41EB-A9C3-980D24941264}" srcOrd="0" destOrd="0" presId="urn:microsoft.com/office/officeart/2018/2/layout/IconCircleList"/>
    <dgm:cxn modelId="{950812C5-EC82-45FD-BBEE-B0192D9AD49D}" type="presParOf" srcId="{41575E63-7AAB-4E99-BFAE-1FAADA9622F3}" destId="{2AB4A368-D6BF-4DAD-9DCD-8C49E3B577AF}" srcOrd="1" destOrd="0" presId="urn:microsoft.com/office/officeart/2018/2/layout/IconCircleList"/>
    <dgm:cxn modelId="{A01F93F4-2F57-4711-9549-B7CEE5088539}" type="presParOf" srcId="{41575E63-7AAB-4E99-BFAE-1FAADA9622F3}" destId="{9C8170AA-630E-4AA8-8733-66254EDD8F9D}" srcOrd="2" destOrd="0" presId="urn:microsoft.com/office/officeart/2018/2/layout/IconCircleList"/>
    <dgm:cxn modelId="{1AD32328-CEE2-410E-8453-BAD9E742FFA5}" type="presParOf" srcId="{41575E63-7AAB-4E99-BFAE-1FAADA9622F3}" destId="{E74A673C-644D-450F-A26F-CAE9B0A60CB8}" srcOrd="3" destOrd="0" presId="urn:microsoft.com/office/officeart/2018/2/layout/IconCircleList"/>
    <dgm:cxn modelId="{B3BB8885-3361-433D-AB0E-DFD135D9D602}" type="presParOf" srcId="{825EF895-D15C-499B-B202-44318CADB6B5}" destId="{9B627D5D-830E-46C7-BA67-9C9A99E5BED6}" srcOrd="1" destOrd="0" presId="urn:microsoft.com/office/officeart/2018/2/layout/IconCircleList"/>
    <dgm:cxn modelId="{09B1E988-D9D6-4EF1-A504-6A51D0F25B4B}" type="presParOf" srcId="{825EF895-D15C-499B-B202-44318CADB6B5}" destId="{7D9A5A53-7B9F-4849-AFC0-A6D2A00B8992}" srcOrd="2" destOrd="0" presId="urn:microsoft.com/office/officeart/2018/2/layout/IconCircleList"/>
    <dgm:cxn modelId="{0BCFB2D9-1DA3-43DF-822D-6F7CB8090FE5}" type="presParOf" srcId="{7D9A5A53-7B9F-4849-AFC0-A6D2A00B8992}" destId="{59433567-D771-41B9-9624-F4F5399249F5}" srcOrd="0" destOrd="0" presId="urn:microsoft.com/office/officeart/2018/2/layout/IconCircleList"/>
    <dgm:cxn modelId="{170DD935-02E0-420F-B0DC-34D34F9236E4}" type="presParOf" srcId="{7D9A5A53-7B9F-4849-AFC0-A6D2A00B8992}" destId="{3234BBA2-15FD-4A47-B4E3-5AA947BE171E}" srcOrd="1" destOrd="0" presId="urn:microsoft.com/office/officeart/2018/2/layout/IconCircleList"/>
    <dgm:cxn modelId="{F4E4E7DE-BD2D-4AC3-AC8A-898755FBF967}" type="presParOf" srcId="{7D9A5A53-7B9F-4849-AFC0-A6D2A00B8992}" destId="{E2C6D83D-FBE6-4EDC-8A16-95FA768E4194}" srcOrd="2" destOrd="0" presId="urn:microsoft.com/office/officeart/2018/2/layout/IconCircleList"/>
    <dgm:cxn modelId="{C8E1A4BC-CCF6-4103-B74F-8D2AEB7CB4CE}" type="presParOf" srcId="{7D9A5A53-7B9F-4849-AFC0-A6D2A00B8992}" destId="{22892418-5743-48C3-B1D1-31203A0DF57F}" srcOrd="3" destOrd="0" presId="urn:microsoft.com/office/officeart/2018/2/layout/IconCircleList"/>
    <dgm:cxn modelId="{EACF9B07-25E4-4BCC-B3D9-470304536ED6}" type="presParOf" srcId="{825EF895-D15C-499B-B202-44318CADB6B5}" destId="{6705CF57-161D-41C8-AC47-0957DCDF4600}" srcOrd="3" destOrd="0" presId="urn:microsoft.com/office/officeart/2018/2/layout/IconCircleList"/>
    <dgm:cxn modelId="{C5F2D8C5-1DC3-47B3-B63F-68C34010D8C1}" type="presParOf" srcId="{825EF895-D15C-499B-B202-44318CADB6B5}" destId="{D159957C-1536-4D26-A793-F1A1F53C761E}" srcOrd="4" destOrd="0" presId="urn:microsoft.com/office/officeart/2018/2/layout/IconCircleList"/>
    <dgm:cxn modelId="{A0BAF2F9-03F7-4367-8DB5-22361D73A69D}" type="presParOf" srcId="{D159957C-1536-4D26-A793-F1A1F53C761E}" destId="{7D878672-A9C7-4297-A63B-998B39372EBC}" srcOrd="0" destOrd="0" presId="urn:microsoft.com/office/officeart/2018/2/layout/IconCircleList"/>
    <dgm:cxn modelId="{D26E88B2-79D8-4E27-A742-A0D4E73D8C59}" type="presParOf" srcId="{D159957C-1536-4D26-A793-F1A1F53C761E}" destId="{144B20E7-F3E1-4C9E-9E80-8043C9217BB1}" srcOrd="1" destOrd="0" presId="urn:microsoft.com/office/officeart/2018/2/layout/IconCircleList"/>
    <dgm:cxn modelId="{461A96EB-3929-4CA9-84E1-F187BF68B5D2}" type="presParOf" srcId="{D159957C-1536-4D26-A793-F1A1F53C761E}" destId="{4F4C7ADB-342E-4CC1-9E0F-D6C67B9BA26F}" srcOrd="2" destOrd="0" presId="urn:microsoft.com/office/officeart/2018/2/layout/IconCircleList"/>
    <dgm:cxn modelId="{7F4CDE06-8A2A-46F4-9915-3337505633B3}" type="presParOf" srcId="{D159957C-1536-4D26-A793-F1A1F53C761E}" destId="{ABADB966-3D92-4FEA-AD68-8FEF622E67D5}" srcOrd="3" destOrd="0" presId="urn:microsoft.com/office/officeart/2018/2/layout/IconCircleList"/>
    <dgm:cxn modelId="{27960D85-FB83-476A-AE19-ECAD8D71A687}" type="presParOf" srcId="{825EF895-D15C-499B-B202-44318CADB6B5}" destId="{8258C48B-5751-42B6-B6CA-0CE2048AD8BF}" srcOrd="5" destOrd="0" presId="urn:microsoft.com/office/officeart/2018/2/layout/IconCircleList"/>
    <dgm:cxn modelId="{E1D3D03A-217D-440F-BCD4-E5D6919495AF}" type="presParOf" srcId="{825EF895-D15C-499B-B202-44318CADB6B5}" destId="{F82E13CF-A7F1-4A48-8865-CA00E4B3AF90}" srcOrd="6" destOrd="0" presId="urn:microsoft.com/office/officeart/2018/2/layout/IconCircleList"/>
    <dgm:cxn modelId="{B6C207D1-2F27-40E6-92A4-F61BD73F9FB0}" type="presParOf" srcId="{F82E13CF-A7F1-4A48-8865-CA00E4B3AF90}" destId="{A35D91D2-AECE-459D-93C0-EFA8E0593E58}" srcOrd="0" destOrd="0" presId="urn:microsoft.com/office/officeart/2018/2/layout/IconCircleList"/>
    <dgm:cxn modelId="{DA56627B-1429-4551-94C5-E87D3D6770C9}" type="presParOf" srcId="{F82E13CF-A7F1-4A48-8865-CA00E4B3AF90}" destId="{981EF54C-AB44-4DB4-8645-1264CE5039F0}" srcOrd="1" destOrd="0" presId="urn:microsoft.com/office/officeart/2018/2/layout/IconCircleList"/>
    <dgm:cxn modelId="{7A415413-7BDC-475A-8572-2B7D08CC5700}" type="presParOf" srcId="{F82E13CF-A7F1-4A48-8865-CA00E4B3AF90}" destId="{F3FAA8AE-7028-4AAD-9A8D-31C10F4C47C9}" srcOrd="2" destOrd="0" presId="urn:microsoft.com/office/officeart/2018/2/layout/IconCircleList"/>
    <dgm:cxn modelId="{218C0D69-2430-477F-B694-542CD83FCEE4}" type="presParOf" srcId="{F82E13CF-A7F1-4A48-8865-CA00E4B3AF90}" destId="{2D212FFC-FC54-4334-B6CC-3559C9AC630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13002AE-C052-4497-B9DD-870B29065DF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891D25-A2BF-450A-8F6F-FB6A1CE418EA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b="1"/>
            <a:t>Acompañamiento y Mitigación del Cambio:</a:t>
          </a:r>
          <a:r>
            <a:rPr lang="es-CL"/>
            <a:t> Permite entregar un soporte amigable, personalizado y controlado a los trabajadores en su primera transición con la plataforma.</a:t>
          </a:r>
          <a:endParaRPr lang="en-US"/>
        </a:p>
      </dgm:t>
    </dgm:pt>
    <dgm:pt modelId="{BA1B16AD-77EB-4440-9830-FBF7671AEA3C}" type="parTrans" cxnId="{49542167-78C4-45B1-875F-BEF9BF06D84C}">
      <dgm:prSet/>
      <dgm:spPr/>
      <dgm:t>
        <a:bodyPr/>
        <a:lstStyle/>
        <a:p>
          <a:endParaRPr lang="en-US"/>
        </a:p>
      </dgm:t>
    </dgm:pt>
    <dgm:pt modelId="{878FFF5F-88F8-4E55-832F-A972538AB22A}" type="sibTrans" cxnId="{49542167-78C4-45B1-875F-BEF9BF06D84C}">
      <dgm:prSet/>
      <dgm:spPr/>
      <dgm:t>
        <a:bodyPr/>
        <a:lstStyle/>
        <a:p>
          <a:endParaRPr lang="en-US"/>
        </a:p>
      </dgm:t>
    </dgm:pt>
    <dgm:pt modelId="{FA8516D4-8760-4827-BCD7-B36411B8A3F8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b="1"/>
            <a:t>Blindaje ante Errores de Asignación:</a:t>
          </a:r>
          <a:r>
            <a:rPr lang="es-CL"/>
            <a:t> Al segmentar los ingresos, se adquiere un mayor control de las cargas de datos, detectando y corrigiendo inconsistencias antes de que el usuario llegue a la faena.</a:t>
          </a:r>
          <a:endParaRPr lang="en-US"/>
        </a:p>
      </dgm:t>
    </dgm:pt>
    <dgm:pt modelId="{819885C8-2D24-40EE-BDD3-E8D62F029831}" type="parTrans" cxnId="{670C5CF7-D695-4C44-BC52-78E719678773}">
      <dgm:prSet/>
      <dgm:spPr/>
      <dgm:t>
        <a:bodyPr/>
        <a:lstStyle/>
        <a:p>
          <a:endParaRPr lang="en-US"/>
        </a:p>
      </dgm:t>
    </dgm:pt>
    <dgm:pt modelId="{62D57D25-78CD-4A92-A82E-2EF4ADBDF1D2}" type="sibTrans" cxnId="{670C5CF7-D695-4C44-BC52-78E719678773}">
      <dgm:prSet/>
      <dgm:spPr/>
      <dgm:t>
        <a:bodyPr/>
        <a:lstStyle/>
        <a:p>
          <a:endParaRPr lang="en-US"/>
        </a:p>
      </dgm:t>
    </dgm:pt>
    <dgm:pt modelId="{C144C8C9-F6A2-4D80-9F73-44EA640F3187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b="1" dirty="0"/>
            <a:t>Agilidad y Respuesta Inmediata:</a:t>
          </a:r>
          <a:r>
            <a:rPr lang="es-CL" dirty="0"/>
            <a:t> Otorga la flexibilidad necesaria para resolver cambios y modificaciones de última hora en la carga sin paralizar las filas masivas.</a:t>
          </a:r>
          <a:endParaRPr lang="en-US" dirty="0"/>
        </a:p>
      </dgm:t>
    </dgm:pt>
    <dgm:pt modelId="{E272FA0A-F27D-477C-B28E-6A13C0B75E5F}" type="parTrans" cxnId="{4C7E6107-5569-43DA-ACC4-1FDD96F3141A}">
      <dgm:prSet/>
      <dgm:spPr/>
      <dgm:t>
        <a:bodyPr/>
        <a:lstStyle/>
        <a:p>
          <a:endParaRPr lang="en-US"/>
        </a:p>
      </dgm:t>
    </dgm:pt>
    <dgm:pt modelId="{0EE6B535-0390-49B3-9C93-F3B15D717E62}" type="sibTrans" cxnId="{4C7E6107-5569-43DA-ACC4-1FDD96F3141A}">
      <dgm:prSet/>
      <dgm:spPr/>
      <dgm:t>
        <a:bodyPr/>
        <a:lstStyle/>
        <a:p>
          <a:endParaRPr lang="en-US"/>
        </a:p>
      </dgm:t>
    </dgm:pt>
    <dgm:pt modelId="{00557C7C-452A-43C1-8BFF-9AC8B58AF025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b="1"/>
            <a:t>Curva de Aprendizaje y Optimización:</a:t>
          </a:r>
          <a:r>
            <a:rPr lang="es-CL"/>
            <a:t> Permite medir y evaluar los tiempos reales de demora en cada asignación (KPIs). Con esta información, el proceso se agiliza continuamente, asegurando que cuando se llegue al 100% de carga, el check-in sea rápido y eficiente porque la masa crítica ya conocerá el método.</a:t>
          </a:r>
          <a:endParaRPr lang="en-US"/>
        </a:p>
      </dgm:t>
    </dgm:pt>
    <dgm:pt modelId="{07B36B53-7B13-4215-ABBD-3DAB747F5FDE}" type="parTrans" cxnId="{6DE67D18-80A9-4E34-9B3E-7111ABA49C17}">
      <dgm:prSet/>
      <dgm:spPr/>
      <dgm:t>
        <a:bodyPr/>
        <a:lstStyle/>
        <a:p>
          <a:endParaRPr lang="en-US"/>
        </a:p>
      </dgm:t>
    </dgm:pt>
    <dgm:pt modelId="{29FF542D-8D44-4EAD-B666-1AA9D1028F6B}" type="sibTrans" cxnId="{6DE67D18-80A9-4E34-9B3E-7111ABA49C17}">
      <dgm:prSet/>
      <dgm:spPr/>
      <dgm:t>
        <a:bodyPr/>
        <a:lstStyle/>
        <a:p>
          <a:endParaRPr lang="en-US"/>
        </a:p>
      </dgm:t>
    </dgm:pt>
    <dgm:pt modelId="{5074A8B4-EDED-4F76-86D0-54DF4975E5E5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b="1" dirty="0"/>
            <a:t>Protección de la Dotación Nocturna:</a:t>
          </a:r>
          <a:r>
            <a:rPr lang="es-CL" dirty="0"/>
            <a:t> El volumen de consultas nuevas se dosifica, permitiendo que el único recepcionista de noche pueda gestionar la operación sin saturarse.</a:t>
          </a:r>
          <a:endParaRPr lang="en-US" dirty="0"/>
        </a:p>
      </dgm:t>
    </dgm:pt>
    <dgm:pt modelId="{CC47237A-4FC9-446D-969F-B436B7EFD3A6}" type="parTrans" cxnId="{48F0A374-2234-4363-B498-3F80253A1881}">
      <dgm:prSet/>
      <dgm:spPr/>
      <dgm:t>
        <a:bodyPr/>
        <a:lstStyle/>
        <a:p>
          <a:endParaRPr lang="en-US"/>
        </a:p>
      </dgm:t>
    </dgm:pt>
    <dgm:pt modelId="{824A51CA-BADA-4F4E-8703-B339FA34FD02}" type="sibTrans" cxnId="{48F0A374-2234-4363-B498-3F80253A1881}">
      <dgm:prSet/>
      <dgm:spPr/>
      <dgm:t>
        <a:bodyPr/>
        <a:lstStyle/>
        <a:p>
          <a:endParaRPr lang="en-US"/>
        </a:p>
      </dgm:t>
    </dgm:pt>
    <dgm:pt modelId="{169B3585-76D2-4DFD-83C2-C0CFEC179D81}" type="pres">
      <dgm:prSet presAssocID="{913002AE-C052-4497-B9DD-870B29065DF5}" presName="root" presStyleCnt="0">
        <dgm:presLayoutVars>
          <dgm:dir/>
          <dgm:resizeHandles val="exact"/>
        </dgm:presLayoutVars>
      </dgm:prSet>
      <dgm:spPr/>
    </dgm:pt>
    <dgm:pt modelId="{A12E537B-F4AB-40EC-B890-1BF8DBE1FD25}" type="pres">
      <dgm:prSet presAssocID="{6F891D25-A2BF-450A-8F6F-FB6A1CE418EA}" presName="compNode" presStyleCnt="0"/>
      <dgm:spPr/>
    </dgm:pt>
    <dgm:pt modelId="{EEFF6CAB-4783-4F1F-8D6E-1FE634D7774A}" type="pres">
      <dgm:prSet presAssocID="{6F891D25-A2BF-450A-8F6F-FB6A1CE418E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bacus con relleno sólido"/>
        </a:ext>
      </dgm:extLst>
    </dgm:pt>
    <dgm:pt modelId="{C59E6013-5548-492C-9196-393347106174}" type="pres">
      <dgm:prSet presAssocID="{6F891D25-A2BF-450A-8F6F-FB6A1CE418EA}" presName="spaceRect" presStyleCnt="0"/>
      <dgm:spPr/>
    </dgm:pt>
    <dgm:pt modelId="{EA5C6815-261E-481A-AFCA-C1CA359D4465}" type="pres">
      <dgm:prSet presAssocID="{6F891D25-A2BF-450A-8F6F-FB6A1CE418EA}" presName="textRect" presStyleLbl="revTx" presStyleIdx="0" presStyleCnt="5">
        <dgm:presLayoutVars>
          <dgm:chMax val="1"/>
          <dgm:chPref val="1"/>
        </dgm:presLayoutVars>
      </dgm:prSet>
      <dgm:spPr/>
    </dgm:pt>
    <dgm:pt modelId="{7D43CCB2-7446-47B2-9DB5-ACB2560EC509}" type="pres">
      <dgm:prSet presAssocID="{878FFF5F-88F8-4E55-832F-A972538AB22A}" presName="sibTrans" presStyleCnt="0"/>
      <dgm:spPr/>
    </dgm:pt>
    <dgm:pt modelId="{7944F0A6-68FF-46CE-889F-C586BDAA262D}" type="pres">
      <dgm:prSet presAssocID="{FA8516D4-8760-4827-BCD7-B36411B8A3F8}" presName="compNode" presStyleCnt="0"/>
      <dgm:spPr/>
    </dgm:pt>
    <dgm:pt modelId="{E7CE835D-A655-4ADB-B1BB-96881FFAD219}" type="pres">
      <dgm:prSet presAssocID="{FA8516D4-8760-4827-BCD7-B36411B8A3F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nero"/>
        </a:ext>
      </dgm:extLst>
    </dgm:pt>
    <dgm:pt modelId="{C26934DE-C59F-41BE-A147-A574EEF4F244}" type="pres">
      <dgm:prSet presAssocID="{FA8516D4-8760-4827-BCD7-B36411B8A3F8}" presName="spaceRect" presStyleCnt="0"/>
      <dgm:spPr/>
    </dgm:pt>
    <dgm:pt modelId="{DE0C76C6-3DA5-4C45-9818-8B451D97AFDC}" type="pres">
      <dgm:prSet presAssocID="{FA8516D4-8760-4827-BCD7-B36411B8A3F8}" presName="textRect" presStyleLbl="revTx" presStyleIdx="1" presStyleCnt="5">
        <dgm:presLayoutVars>
          <dgm:chMax val="1"/>
          <dgm:chPref val="1"/>
        </dgm:presLayoutVars>
      </dgm:prSet>
      <dgm:spPr/>
    </dgm:pt>
    <dgm:pt modelId="{20C8550C-0E9A-4AA6-AE18-B155208FDDA8}" type="pres">
      <dgm:prSet presAssocID="{62D57D25-78CD-4A92-A82E-2EF4ADBDF1D2}" presName="sibTrans" presStyleCnt="0"/>
      <dgm:spPr/>
    </dgm:pt>
    <dgm:pt modelId="{1A4DD959-9B03-49F2-8817-374CDB072D64}" type="pres">
      <dgm:prSet presAssocID="{C144C8C9-F6A2-4D80-9F73-44EA640F3187}" presName="compNode" presStyleCnt="0"/>
      <dgm:spPr/>
    </dgm:pt>
    <dgm:pt modelId="{C63091CE-F4A6-4A2D-9066-49D8B2DA8439}" type="pres">
      <dgm:prSet presAssocID="{C144C8C9-F6A2-4D80-9F73-44EA640F318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13964C1F-45AE-4907-B417-77317F3F68E2}" type="pres">
      <dgm:prSet presAssocID="{C144C8C9-F6A2-4D80-9F73-44EA640F3187}" presName="spaceRect" presStyleCnt="0"/>
      <dgm:spPr/>
    </dgm:pt>
    <dgm:pt modelId="{3E631178-F0CC-4F5A-8F7E-4547ABEB4A86}" type="pres">
      <dgm:prSet presAssocID="{C144C8C9-F6A2-4D80-9F73-44EA640F3187}" presName="textRect" presStyleLbl="revTx" presStyleIdx="2" presStyleCnt="5">
        <dgm:presLayoutVars>
          <dgm:chMax val="1"/>
          <dgm:chPref val="1"/>
        </dgm:presLayoutVars>
      </dgm:prSet>
      <dgm:spPr/>
    </dgm:pt>
    <dgm:pt modelId="{1F8F8D4F-D75E-49EF-AF2B-B3F7B1BDEAC4}" type="pres">
      <dgm:prSet presAssocID="{0EE6B535-0390-49B3-9C93-F3B15D717E62}" presName="sibTrans" presStyleCnt="0"/>
      <dgm:spPr/>
    </dgm:pt>
    <dgm:pt modelId="{206C1F77-C7E6-460D-9EA5-F4C113FF41B2}" type="pres">
      <dgm:prSet presAssocID="{00557C7C-452A-43C1-8BFF-9AC8B58AF025}" presName="compNode" presStyleCnt="0"/>
      <dgm:spPr/>
    </dgm:pt>
    <dgm:pt modelId="{6958AE44-6CDD-4338-86CF-723588888A66}" type="pres">
      <dgm:prSet presAssocID="{00557C7C-452A-43C1-8BFF-9AC8B58AF02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gla"/>
        </a:ext>
      </dgm:extLst>
    </dgm:pt>
    <dgm:pt modelId="{36823B51-186F-44A0-B4BB-C4B5F9983969}" type="pres">
      <dgm:prSet presAssocID="{00557C7C-452A-43C1-8BFF-9AC8B58AF025}" presName="spaceRect" presStyleCnt="0"/>
      <dgm:spPr/>
    </dgm:pt>
    <dgm:pt modelId="{3BFD0BAA-BABC-4C2E-9D32-08EC8D275214}" type="pres">
      <dgm:prSet presAssocID="{00557C7C-452A-43C1-8BFF-9AC8B58AF025}" presName="textRect" presStyleLbl="revTx" presStyleIdx="3" presStyleCnt="5">
        <dgm:presLayoutVars>
          <dgm:chMax val="1"/>
          <dgm:chPref val="1"/>
        </dgm:presLayoutVars>
      </dgm:prSet>
      <dgm:spPr/>
    </dgm:pt>
    <dgm:pt modelId="{7C93F3AB-7ACE-4AD5-B5EB-A12DCC0BD0B2}" type="pres">
      <dgm:prSet presAssocID="{29FF542D-8D44-4EAD-B666-1AA9D1028F6B}" presName="sibTrans" presStyleCnt="0"/>
      <dgm:spPr/>
    </dgm:pt>
    <dgm:pt modelId="{1E60D046-E930-445E-804D-7774FD291021}" type="pres">
      <dgm:prSet presAssocID="{5074A8B4-EDED-4F76-86D0-54DF4975E5E5}" presName="compNode" presStyleCnt="0"/>
      <dgm:spPr/>
    </dgm:pt>
    <dgm:pt modelId="{E2B7ECD2-DFD3-4753-905F-5FF09101BA43}" type="pres">
      <dgm:prSet presAssocID="{5074A8B4-EDED-4F76-86D0-54DF4975E5E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guntas"/>
        </a:ext>
      </dgm:extLst>
    </dgm:pt>
    <dgm:pt modelId="{D1E9C28C-CF95-4EA6-9730-391023AF895A}" type="pres">
      <dgm:prSet presAssocID="{5074A8B4-EDED-4F76-86D0-54DF4975E5E5}" presName="spaceRect" presStyleCnt="0"/>
      <dgm:spPr/>
    </dgm:pt>
    <dgm:pt modelId="{81BE6F78-5D64-404C-9566-77DBD6965DF1}" type="pres">
      <dgm:prSet presAssocID="{5074A8B4-EDED-4F76-86D0-54DF4975E5E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002A400-FB92-456E-8F4F-BE8B8C4D415C}" type="presOf" srcId="{FA8516D4-8760-4827-BCD7-B36411B8A3F8}" destId="{DE0C76C6-3DA5-4C45-9818-8B451D97AFDC}" srcOrd="0" destOrd="0" presId="urn:microsoft.com/office/officeart/2018/2/layout/IconLabelList"/>
    <dgm:cxn modelId="{4C7E6107-5569-43DA-ACC4-1FDD96F3141A}" srcId="{913002AE-C052-4497-B9DD-870B29065DF5}" destId="{C144C8C9-F6A2-4D80-9F73-44EA640F3187}" srcOrd="2" destOrd="0" parTransId="{E272FA0A-F27D-477C-B28E-6A13C0B75E5F}" sibTransId="{0EE6B535-0390-49B3-9C93-F3B15D717E62}"/>
    <dgm:cxn modelId="{6DE67D18-80A9-4E34-9B3E-7111ABA49C17}" srcId="{913002AE-C052-4497-B9DD-870B29065DF5}" destId="{00557C7C-452A-43C1-8BFF-9AC8B58AF025}" srcOrd="3" destOrd="0" parTransId="{07B36B53-7B13-4215-ABBD-3DAB747F5FDE}" sibTransId="{29FF542D-8D44-4EAD-B666-1AA9D1028F6B}"/>
    <dgm:cxn modelId="{405A3C20-4047-4DED-BB8A-E47702409350}" type="presOf" srcId="{6F891D25-A2BF-450A-8F6F-FB6A1CE418EA}" destId="{EA5C6815-261E-481A-AFCA-C1CA359D4465}" srcOrd="0" destOrd="0" presId="urn:microsoft.com/office/officeart/2018/2/layout/IconLabelList"/>
    <dgm:cxn modelId="{87D5314A-C097-45A1-AF73-64A58FD393BF}" type="presOf" srcId="{C144C8C9-F6A2-4D80-9F73-44EA640F3187}" destId="{3E631178-F0CC-4F5A-8F7E-4547ABEB4A86}" srcOrd="0" destOrd="0" presId="urn:microsoft.com/office/officeart/2018/2/layout/IconLabelList"/>
    <dgm:cxn modelId="{49542167-78C4-45B1-875F-BEF9BF06D84C}" srcId="{913002AE-C052-4497-B9DD-870B29065DF5}" destId="{6F891D25-A2BF-450A-8F6F-FB6A1CE418EA}" srcOrd="0" destOrd="0" parTransId="{BA1B16AD-77EB-4440-9830-FBF7671AEA3C}" sibTransId="{878FFF5F-88F8-4E55-832F-A972538AB22A}"/>
    <dgm:cxn modelId="{48F0A374-2234-4363-B498-3F80253A1881}" srcId="{913002AE-C052-4497-B9DD-870B29065DF5}" destId="{5074A8B4-EDED-4F76-86D0-54DF4975E5E5}" srcOrd="4" destOrd="0" parTransId="{CC47237A-4FC9-446D-969F-B436B7EFD3A6}" sibTransId="{824A51CA-BADA-4F4E-8703-B339FA34FD02}"/>
    <dgm:cxn modelId="{DF640682-A77A-4C99-BB21-33418BC1533C}" type="presOf" srcId="{5074A8B4-EDED-4F76-86D0-54DF4975E5E5}" destId="{81BE6F78-5D64-404C-9566-77DBD6965DF1}" srcOrd="0" destOrd="0" presId="urn:microsoft.com/office/officeart/2018/2/layout/IconLabelList"/>
    <dgm:cxn modelId="{45F9DCDE-853F-4E15-B472-F4463F460FD7}" type="presOf" srcId="{913002AE-C052-4497-B9DD-870B29065DF5}" destId="{169B3585-76D2-4DFD-83C2-C0CFEC179D81}" srcOrd="0" destOrd="0" presId="urn:microsoft.com/office/officeart/2018/2/layout/IconLabelList"/>
    <dgm:cxn modelId="{AD4F16E0-AF1E-4BAB-BA8E-7B408A30A1D5}" type="presOf" srcId="{00557C7C-452A-43C1-8BFF-9AC8B58AF025}" destId="{3BFD0BAA-BABC-4C2E-9D32-08EC8D275214}" srcOrd="0" destOrd="0" presId="urn:microsoft.com/office/officeart/2018/2/layout/IconLabelList"/>
    <dgm:cxn modelId="{670C5CF7-D695-4C44-BC52-78E719678773}" srcId="{913002AE-C052-4497-B9DD-870B29065DF5}" destId="{FA8516D4-8760-4827-BCD7-B36411B8A3F8}" srcOrd="1" destOrd="0" parTransId="{819885C8-2D24-40EE-BDD3-E8D62F029831}" sibTransId="{62D57D25-78CD-4A92-A82E-2EF4ADBDF1D2}"/>
    <dgm:cxn modelId="{06B73066-DF9E-484F-9888-BE0BA46EBA4E}" type="presParOf" srcId="{169B3585-76D2-4DFD-83C2-C0CFEC179D81}" destId="{A12E537B-F4AB-40EC-B890-1BF8DBE1FD25}" srcOrd="0" destOrd="0" presId="urn:microsoft.com/office/officeart/2018/2/layout/IconLabelList"/>
    <dgm:cxn modelId="{4119FFAC-B535-4E40-B56F-3039EE667100}" type="presParOf" srcId="{A12E537B-F4AB-40EC-B890-1BF8DBE1FD25}" destId="{EEFF6CAB-4783-4F1F-8D6E-1FE634D7774A}" srcOrd="0" destOrd="0" presId="urn:microsoft.com/office/officeart/2018/2/layout/IconLabelList"/>
    <dgm:cxn modelId="{EA6F9570-96F3-47BF-B0EF-4109320C450D}" type="presParOf" srcId="{A12E537B-F4AB-40EC-B890-1BF8DBE1FD25}" destId="{C59E6013-5548-492C-9196-393347106174}" srcOrd="1" destOrd="0" presId="urn:microsoft.com/office/officeart/2018/2/layout/IconLabelList"/>
    <dgm:cxn modelId="{26DC385D-2D78-48FD-B754-9214E9A443DA}" type="presParOf" srcId="{A12E537B-F4AB-40EC-B890-1BF8DBE1FD25}" destId="{EA5C6815-261E-481A-AFCA-C1CA359D4465}" srcOrd="2" destOrd="0" presId="urn:microsoft.com/office/officeart/2018/2/layout/IconLabelList"/>
    <dgm:cxn modelId="{90FBF8D2-9EC4-42AC-A162-0B804180046E}" type="presParOf" srcId="{169B3585-76D2-4DFD-83C2-C0CFEC179D81}" destId="{7D43CCB2-7446-47B2-9DB5-ACB2560EC509}" srcOrd="1" destOrd="0" presId="urn:microsoft.com/office/officeart/2018/2/layout/IconLabelList"/>
    <dgm:cxn modelId="{9494AA05-BB3A-4AB2-9BB6-336A0FD525BE}" type="presParOf" srcId="{169B3585-76D2-4DFD-83C2-C0CFEC179D81}" destId="{7944F0A6-68FF-46CE-889F-C586BDAA262D}" srcOrd="2" destOrd="0" presId="urn:microsoft.com/office/officeart/2018/2/layout/IconLabelList"/>
    <dgm:cxn modelId="{B5A57C95-2E83-41C6-AE79-B42ACCFD5901}" type="presParOf" srcId="{7944F0A6-68FF-46CE-889F-C586BDAA262D}" destId="{E7CE835D-A655-4ADB-B1BB-96881FFAD219}" srcOrd="0" destOrd="0" presId="urn:microsoft.com/office/officeart/2018/2/layout/IconLabelList"/>
    <dgm:cxn modelId="{8A706F84-EB43-461C-8375-3C93C1A3B5DC}" type="presParOf" srcId="{7944F0A6-68FF-46CE-889F-C586BDAA262D}" destId="{C26934DE-C59F-41BE-A147-A574EEF4F244}" srcOrd="1" destOrd="0" presId="urn:microsoft.com/office/officeart/2018/2/layout/IconLabelList"/>
    <dgm:cxn modelId="{6A10428C-E7E6-4332-92F3-24724F46152B}" type="presParOf" srcId="{7944F0A6-68FF-46CE-889F-C586BDAA262D}" destId="{DE0C76C6-3DA5-4C45-9818-8B451D97AFDC}" srcOrd="2" destOrd="0" presId="urn:microsoft.com/office/officeart/2018/2/layout/IconLabelList"/>
    <dgm:cxn modelId="{8F3BC8AF-3517-42CC-B94C-61ADD4DC9E56}" type="presParOf" srcId="{169B3585-76D2-4DFD-83C2-C0CFEC179D81}" destId="{20C8550C-0E9A-4AA6-AE18-B155208FDDA8}" srcOrd="3" destOrd="0" presId="urn:microsoft.com/office/officeart/2018/2/layout/IconLabelList"/>
    <dgm:cxn modelId="{40633AE7-2FF9-47AB-9EA0-61E695BEC7F7}" type="presParOf" srcId="{169B3585-76D2-4DFD-83C2-C0CFEC179D81}" destId="{1A4DD959-9B03-49F2-8817-374CDB072D64}" srcOrd="4" destOrd="0" presId="urn:microsoft.com/office/officeart/2018/2/layout/IconLabelList"/>
    <dgm:cxn modelId="{567FCC1B-FC0B-41FE-8952-D2F052807374}" type="presParOf" srcId="{1A4DD959-9B03-49F2-8817-374CDB072D64}" destId="{C63091CE-F4A6-4A2D-9066-49D8B2DA8439}" srcOrd="0" destOrd="0" presId="urn:microsoft.com/office/officeart/2018/2/layout/IconLabelList"/>
    <dgm:cxn modelId="{0B4E866B-7284-435F-9329-D12F80F00E4D}" type="presParOf" srcId="{1A4DD959-9B03-49F2-8817-374CDB072D64}" destId="{13964C1F-45AE-4907-B417-77317F3F68E2}" srcOrd="1" destOrd="0" presId="urn:microsoft.com/office/officeart/2018/2/layout/IconLabelList"/>
    <dgm:cxn modelId="{D19825FA-A8A7-4E8E-9CE9-D9A879B5DD21}" type="presParOf" srcId="{1A4DD959-9B03-49F2-8817-374CDB072D64}" destId="{3E631178-F0CC-4F5A-8F7E-4547ABEB4A86}" srcOrd="2" destOrd="0" presId="urn:microsoft.com/office/officeart/2018/2/layout/IconLabelList"/>
    <dgm:cxn modelId="{D2C16221-7171-428C-A5B8-75779606842E}" type="presParOf" srcId="{169B3585-76D2-4DFD-83C2-C0CFEC179D81}" destId="{1F8F8D4F-D75E-49EF-AF2B-B3F7B1BDEAC4}" srcOrd="5" destOrd="0" presId="urn:microsoft.com/office/officeart/2018/2/layout/IconLabelList"/>
    <dgm:cxn modelId="{30308E56-4B67-43EF-8248-01B560050A23}" type="presParOf" srcId="{169B3585-76D2-4DFD-83C2-C0CFEC179D81}" destId="{206C1F77-C7E6-460D-9EA5-F4C113FF41B2}" srcOrd="6" destOrd="0" presId="urn:microsoft.com/office/officeart/2018/2/layout/IconLabelList"/>
    <dgm:cxn modelId="{8926E9D2-DF6E-418F-8790-E3304529FC6D}" type="presParOf" srcId="{206C1F77-C7E6-460D-9EA5-F4C113FF41B2}" destId="{6958AE44-6CDD-4338-86CF-723588888A66}" srcOrd="0" destOrd="0" presId="urn:microsoft.com/office/officeart/2018/2/layout/IconLabelList"/>
    <dgm:cxn modelId="{0F85439B-2C67-4DDD-B8DD-494847DFE015}" type="presParOf" srcId="{206C1F77-C7E6-460D-9EA5-F4C113FF41B2}" destId="{36823B51-186F-44A0-B4BB-C4B5F9983969}" srcOrd="1" destOrd="0" presId="urn:microsoft.com/office/officeart/2018/2/layout/IconLabelList"/>
    <dgm:cxn modelId="{3CEACF7E-2299-47A5-A3E8-A8F89356B365}" type="presParOf" srcId="{206C1F77-C7E6-460D-9EA5-F4C113FF41B2}" destId="{3BFD0BAA-BABC-4C2E-9D32-08EC8D275214}" srcOrd="2" destOrd="0" presId="urn:microsoft.com/office/officeart/2018/2/layout/IconLabelList"/>
    <dgm:cxn modelId="{178E3C57-35BA-4C64-A9D1-530C45C51829}" type="presParOf" srcId="{169B3585-76D2-4DFD-83C2-C0CFEC179D81}" destId="{7C93F3AB-7ACE-4AD5-B5EB-A12DCC0BD0B2}" srcOrd="7" destOrd="0" presId="urn:microsoft.com/office/officeart/2018/2/layout/IconLabelList"/>
    <dgm:cxn modelId="{74BCE4DC-C545-4922-83E5-02BA4CE47020}" type="presParOf" srcId="{169B3585-76D2-4DFD-83C2-C0CFEC179D81}" destId="{1E60D046-E930-445E-804D-7774FD291021}" srcOrd="8" destOrd="0" presId="urn:microsoft.com/office/officeart/2018/2/layout/IconLabelList"/>
    <dgm:cxn modelId="{90D42503-0235-4BF4-83C4-4592ACF19A9C}" type="presParOf" srcId="{1E60D046-E930-445E-804D-7774FD291021}" destId="{E2B7ECD2-DFD3-4753-905F-5FF09101BA43}" srcOrd="0" destOrd="0" presId="urn:microsoft.com/office/officeart/2018/2/layout/IconLabelList"/>
    <dgm:cxn modelId="{3E8D037C-F46D-4861-9A5C-FDA5EF05FA5C}" type="presParOf" srcId="{1E60D046-E930-445E-804D-7774FD291021}" destId="{D1E9C28C-CF95-4EA6-9730-391023AF895A}" srcOrd="1" destOrd="0" presId="urn:microsoft.com/office/officeart/2018/2/layout/IconLabelList"/>
    <dgm:cxn modelId="{04FE7E25-99B1-4FAF-92CB-55CF7130C2B1}" type="presParOf" srcId="{1E60D046-E930-445E-804D-7774FD291021}" destId="{81BE6F78-5D64-404C-9566-77DBD6965DF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BBD1803-1175-4325-9A0B-42BA0F875308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BDACF7-ACF1-4415-9666-54E97AA86AB2}">
      <dgm:prSet/>
      <dgm:spPr/>
      <dgm:t>
        <a:bodyPr/>
        <a:lstStyle/>
        <a:p>
          <a:pPr>
            <a:lnSpc>
              <a:spcPct val="100000"/>
            </a:lnSpc>
          </a:pPr>
          <a:r>
            <a:rPr lang="es-CL"/>
            <a:t>El análisis demuestra que la </a:t>
          </a:r>
          <a:r>
            <a:rPr lang="es-CL" b="1"/>
            <a:t>Carga Masiva Inmediata (Escenario 1)</a:t>
          </a:r>
          <a:r>
            <a:rPr lang="es-CL"/>
            <a:t> pone en riesgo el éxito del proyecto, amenazando la continuidad operativa del campamento y la salud laboral del personal de recepción.</a:t>
          </a:r>
          <a:endParaRPr lang="en-US"/>
        </a:p>
      </dgm:t>
    </dgm:pt>
    <dgm:pt modelId="{6673AB26-E047-4B99-A83E-CBB6D1629064}" type="parTrans" cxnId="{B96673ED-49DC-44FA-8D54-1D7257EC9127}">
      <dgm:prSet/>
      <dgm:spPr/>
      <dgm:t>
        <a:bodyPr/>
        <a:lstStyle/>
        <a:p>
          <a:endParaRPr lang="en-US"/>
        </a:p>
      </dgm:t>
    </dgm:pt>
    <dgm:pt modelId="{D26481DF-5028-48DF-B28B-80D20CA1F46F}" type="sibTrans" cxnId="{B96673ED-49DC-44FA-8D54-1D7257EC912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02C5003-5851-4D24-AF97-1894302DC851}">
      <dgm:prSet/>
      <dgm:spPr/>
      <dgm:t>
        <a:bodyPr/>
        <a:lstStyle/>
        <a:p>
          <a:pPr>
            <a:lnSpc>
              <a:spcPct val="100000"/>
            </a:lnSpc>
          </a:pPr>
          <a:r>
            <a:rPr lang="es-CL"/>
            <a:t>Por lo tanto, la recomendación técnica es proceder con la </a:t>
          </a:r>
          <a:r>
            <a:rPr lang="es-CL" b="1"/>
            <a:t>Carga Progresiva (Escenario 2)</a:t>
          </a:r>
          <a:r>
            <a:rPr lang="es-CL"/>
            <a:t>, condicionada de manera estricta bajo las siguientes directrices para las empresas colaboradoras:</a:t>
          </a:r>
          <a:endParaRPr lang="en-US"/>
        </a:p>
      </dgm:t>
    </dgm:pt>
    <dgm:pt modelId="{CF360559-A163-4F47-B522-2F3003F46FD5}" type="parTrans" cxnId="{943DBC86-25DD-419C-AB54-6E9EB0E75DEE}">
      <dgm:prSet/>
      <dgm:spPr/>
      <dgm:t>
        <a:bodyPr/>
        <a:lstStyle/>
        <a:p>
          <a:endParaRPr lang="en-US"/>
        </a:p>
      </dgm:t>
    </dgm:pt>
    <dgm:pt modelId="{7BDF3969-DD6F-4185-B7B0-9301FB49D2D4}" type="sibTrans" cxnId="{943DBC86-25DD-419C-AB54-6E9EB0E75DE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A7F06D0-4B74-4113-81F4-AA9E15C6561A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b="1"/>
            <a:t>Regla Obligatoria de las 72 Horas:</a:t>
          </a:r>
          <a:r>
            <a:rPr lang="es-CL"/>
            <a:t> Exigir el envío de nóminas y cargas de pasajeros con un mínimo de 72 horas de anticipación. Sin esta información previa, no se garantiza la planificación ni la asignación oportuna.</a:t>
          </a:r>
          <a:endParaRPr lang="en-US"/>
        </a:p>
      </dgm:t>
    </dgm:pt>
    <dgm:pt modelId="{5E933F8B-4169-4F81-8A11-7BFAED711203}" type="parTrans" cxnId="{95820EE6-A22B-4494-B780-0593555CB176}">
      <dgm:prSet/>
      <dgm:spPr/>
      <dgm:t>
        <a:bodyPr/>
        <a:lstStyle/>
        <a:p>
          <a:endParaRPr lang="en-US"/>
        </a:p>
      </dgm:t>
    </dgm:pt>
    <dgm:pt modelId="{04D711D7-F8DA-48CB-A13E-4530EBA8CC98}" type="sibTrans" cxnId="{95820EE6-A22B-4494-B780-0593555CB17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4A8BF47-3F1F-4FDA-9920-C741131D1253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b="1"/>
            <a:t>Designación de Contrapartes:</a:t>
          </a:r>
          <a:r>
            <a:rPr lang="es-CL"/>
            <a:t> Obligar a cada empresa contratista a formalizar un "Delegado o Campamentero" semanal para canalizar la información de los usuarios y resolver discrepancias de cuartos antes del arribo a faena.</a:t>
          </a:r>
          <a:endParaRPr lang="en-US"/>
        </a:p>
      </dgm:t>
    </dgm:pt>
    <dgm:pt modelId="{727D9F76-159D-47AE-AB9E-277C729F8AB5}" type="parTrans" cxnId="{EC93F05D-1652-4337-92FA-F4C683EE18BE}">
      <dgm:prSet/>
      <dgm:spPr/>
      <dgm:t>
        <a:bodyPr/>
        <a:lstStyle/>
        <a:p>
          <a:endParaRPr lang="en-US"/>
        </a:p>
      </dgm:t>
    </dgm:pt>
    <dgm:pt modelId="{EAD7F2B2-00DD-4A15-AF60-82F72F908B7E}" type="sibTrans" cxnId="{EC93F05D-1652-4337-92FA-F4C683EE18BE}">
      <dgm:prSet/>
      <dgm:spPr/>
      <dgm:t>
        <a:bodyPr/>
        <a:lstStyle/>
        <a:p>
          <a:endParaRPr lang="en-US"/>
        </a:p>
      </dgm:t>
    </dgm:pt>
    <dgm:pt modelId="{F270E719-CF2F-4BC1-BFD5-F1C23A683A74}" type="pres">
      <dgm:prSet presAssocID="{5BBD1803-1175-4325-9A0B-42BA0F875308}" presName="root" presStyleCnt="0">
        <dgm:presLayoutVars>
          <dgm:dir/>
          <dgm:resizeHandles val="exact"/>
        </dgm:presLayoutVars>
      </dgm:prSet>
      <dgm:spPr/>
    </dgm:pt>
    <dgm:pt modelId="{86C6611E-A55E-439B-B9DA-7F10127E35D4}" type="pres">
      <dgm:prSet presAssocID="{5BBD1803-1175-4325-9A0B-42BA0F875308}" presName="container" presStyleCnt="0">
        <dgm:presLayoutVars>
          <dgm:dir/>
          <dgm:resizeHandles val="exact"/>
        </dgm:presLayoutVars>
      </dgm:prSet>
      <dgm:spPr/>
    </dgm:pt>
    <dgm:pt modelId="{6FE461DB-F520-474C-8A76-9D5109406574}" type="pres">
      <dgm:prSet presAssocID="{58BDACF7-ACF1-4415-9666-54E97AA86AB2}" presName="compNode" presStyleCnt="0"/>
      <dgm:spPr/>
    </dgm:pt>
    <dgm:pt modelId="{124595D7-FC02-4425-A38E-ABD2C7D01F64}" type="pres">
      <dgm:prSet presAssocID="{58BDACF7-ACF1-4415-9666-54E97AA86AB2}" presName="iconBgRect" presStyleLbl="bgShp" presStyleIdx="0" presStyleCnt="4"/>
      <dgm:spPr/>
    </dgm:pt>
    <dgm:pt modelId="{BE381D8E-2346-4F3B-A32A-4AC86B96C6A3}" type="pres">
      <dgm:prSet presAssocID="{58BDACF7-ACF1-4415-9666-54E97AA86AB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45BE35A5-A302-490C-8E9A-743D61CFDD75}" type="pres">
      <dgm:prSet presAssocID="{58BDACF7-ACF1-4415-9666-54E97AA86AB2}" presName="spaceRect" presStyleCnt="0"/>
      <dgm:spPr/>
    </dgm:pt>
    <dgm:pt modelId="{58E16081-4A96-412F-8899-D8115FCBEF7F}" type="pres">
      <dgm:prSet presAssocID="{58BDACF7-ACF1-4415-9666-54E97AA86AB2}" presName="textRect" presStyleLbl="revTx" presStyleIdx="0" presStyleCnt="4">
        <dgm:presLayoutVars>
          <dgm:chMax val="1"/>
          <dgm:chPref val="1"/>
        </dgm:presLayoutVars>
      </dgm:prSet>
      <dgm:spPr/>
    </dgm:pt>
    <dgm:pt modelId="{13146510-64B6-4B1A-8E06-0B5F0EC77D83}" type="pres">
      <dgm:prSet presAssocID="{D26481DF-5028-48DF-B28B-80D20CA1F46F}" presName="sibTrans" presStyleLbl="sibTrans2D1" presStyleIdx="0" presStyleCnt="0"/>
      <dgm:spPr/>
    </dgm:pt>
    <dgm:pt modelId="{52E39A7F-E404-40A3-822C-73A7C770AACA}" type="pres">
      <dgm:prSet presAssocID="{802C5003-5851-4D24-AF97-1894302DC851}" presName="compNode" presStyleCnt="0"/>
      <dgm:spPr/>
    </dgm:pt>
    <dgm:pt modelId="{E8FE2D04-82BD-48BC-8BD5-B037CE014C1D}" type="pres">
      <dgm:prSet presAssocID="{802C5003-5851-4D24-AF97-1894302DC851}" presName="iconBgRect" presStyleLbl="bgShp" presStyleIdx="1" presStyleCnt="4"/>
      <dgm:spPr/>
    </dgm:pt>
    <dgm:pt modelId="{D301758D-190B-4127-A0B7-5CC77524877D}" type="pres">
      <dgm:prSet presAssocID="{802C5003-5851-4D24-AF97-1894302DC85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Tick1 con relleno sólido"/>
        </a:ext>
      </dgm:extLst>
    </dgm:pt>
    <dgm:pt modelId="{E74C841D-7BED-412B-AB2D-5ED2EF9EE863}" type="pres">
      <dgm:prSet presAssocID="{802C5003-5851-4D24-AF97-1894302DC851}" presName="spaceRect" presStyleCnt="0"/>
      <dgm:spPr/>
    </dgm:pt>
    <dgm:pt modelId="{A79A14A8-B01C-4684-9470-BE58DD215DAA}" type="pres">
      <dgm:prSet presAssocID="{802C5003-5851-4D24-AF97-1894302DC851}" presName="textRect" presStyleLbl="revTx" presStyleIdx="1" presStyleCnt="4">
        <dgm:presLayoutVars>
          <dgm:chMax val="1"/>
          <dgm:chPref val="1"/>
        </dgm:presLayoutVars>
      </dgm:prSet>
      <dgm:spPr/>
    </dgm:pt>
    <dgm:pt modelId="{4DF0A935-D6DC-4696-8B02-235921545D99}" type="pres">
      <dgm:prSet presAssocID="{7BDF3969-DD6F-4185-B7B0-9301FB49D2D4}" presName="sibTrans" presStyleLbl="sibTrans2D1" presStyleIdx="0" presStyleCnt="0"/>
      <dgm:spPr/>
    </dgm:pt>
    <dgm:pt modelId="{AF1DD005-6AF4-4D86-9E03-F330D8D1A83B}" type="pres">
      <dgm:prSet presAssocID="{9A7F06D0-4B74-4113-81F4-AA9E15C6561A}" presName="compNode" presStyleCnt="0"/>
      <dgm:spPr/>
    </dgm:pt>
    <dgm:pt modelId="{1A3E3BFE-A1CB-4938-A346-842C281D30AD}" type="pres">
      <dgm:prSet presAssocID="{9A7F06D0-4B74-4113-81F4-AA9E15C6561A}" presName="iconBgRect" presStyleLbl="bgShp" presStyleIdx="2" presStyleCnt="4"/>
      <dgm:spPr/>
    </dgm:pt>
    <dgm:pt modelId="{58EACF44-00F2-494C-A136-EDFB823B5B7E}" type="pres">
      <dgm:prSet presAssocID="{9A7F06D0-4B74-4113-81F4-AA9E15C6561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onómetro"/>
        </a:ext>
      </dgm:extLst>
    </dgm:pt>
    <dgm:pt modelId="{16754298-48B1-49C9-A93D-D1BFCEDDDE4A}" type="pres">
      <dgm:prSet presAssocID="{9A7F06D0-4B74-4113-81F4-AA9E15C6561A}" presName="spaceRect" presStyleCnt="0"/>
      <dgm:spPr/>
    </dgm:pt>
    <dgm:pt modelId="{4B03BAAB-E844-4BB3-9E32-F66C55D6D94A}" type="pres">
      <dgm:prSet presAssocID="{9A7F06D0-4B74-4113-81F4-AA9E15C6561A}" presName="textRect" presStyleLbl="revTx" presStyleIdx="2" presStyleCnt="4">
        <dgm:presLayoutVars>
          <dgm:chMax val="1"/>
          <dgm:chPref val="1"/>
        </dgm:presLayoutVars>
      </dgm:prSet>
      <dgm:spPr/>
    </dgm:pt>
    <dgm:pt modelId="{EB3850AE-591D-45D5-B9F1-6B101439D388}" type="pres">
      <dgm:prSet presAssocID="{04D711D7-F8DA-48CB-A13E-4530EBA8CC98}" presName="sibTrans" presStyleLbl="sibTrans2D1" presStyleIdx="0" presStyleCnt="0"/>
      <dgm:spPr/>
    </dgm:pt>
    <dgm:pt modelId="{D8065ECD-E0EB-4999-8018-ED8C83388A41}" type="pres">
      <dgm:prSet presAssocID="{54A8BF47-3F1F-4FDA-9920-C741131D1253}" presName="compNode" presStyleCnt="0"/>
      <dgm:spPr/>
    </dgm:pt>
    <dgm:pt modelId="{BDF5C93E-DC51-488E-A737-D336EAFD7BB1}" type="pres">
      <dgm:prSet presAssocID="{54A8BF47-3F1F-4FDA-9920-C741131D1253}" presName="iconBgRect" presStyleLbl="bgShp" presStyleIdx="3" presStyleCnt="4"/>
      <dgm:spPr/>
    </dgm:pt>
    <dgm:pt modelId="{0FC653A8-95C4-496A-B956-85D41E88F8F7}" type="pres">
      <dgm:prSet presAssocID="{54A8BF47-3F1F-4FDA-9920-C741131D125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2405FF6C-EE63-461C-98FB-5C2CAF80DA99}" type="pres">
      <dgm:prSet presAssocID="{54A8BF47-3F1F-4FDA-9920-C741131D1253}" presName="spaceRect" presStyleCnt="0"/>
      <dgm:spPr/>
    </dgm:pt>
    <dgm:pt modelId="{1E965384-1862-4071-9A53-DB868367A96C}" type="pres">
      <dgm:prSet presAssocID="{54A8BF47-3F1F-4FDA-9920-C741131D125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5BF4A0A-B602-4555-BC0F-6CDB67C21042}" type="presOf" srcId="{04D711D7-F8DA-48CB-A13E-4530EBA8CC98}" destId="{EB3850AE-591D-45D5-B9F1-6B101439D388}" srcOrd="0" destOrd="0" presId="urn:microsoft.com/office/officeart/2018/2/layout/IconCircleList"/>
    <dgm:cxn modelId="{C9CCB429-A911-4BF2-8FBD-2F993047A8E7}" type="presOf" srcId="{7BDF3969-DD6F-4185-B7B0-9301FB49D2D4}" destId="{4DF0A935-D6DC-4696-8B02-235921545D99}" srcOrd="0" destOrd="0" presId="urn:microsoft.com/office/officeart/2018/2/layout/IconCircleList"/>
    <dgm:cxn modelId="{4374F946-9127-467E-BA5E-38075FC8749A}" type="presOf" srcId="{58BDACF7-ACF1-4415-9666-54E97AA86AB2}" destId="{58E16081-4A96-412F-8899-D8115FCBEF7F}" srcOrd="0" destOrd="0" presId="urn:microsoft.com/office/officeart/2018/2/layout/IconCircleList"/>
    <dgm:cxn modelId="{ABF74B59-6DD6-4CB3-A804-642F595D375B}" type="presOf" srcId="{802C5003-5851-4D24-AF97-1894302DC851}" destId="{A79A14A8-B01C-4684-9470-BE58DD215DAA}" srcOrd="0" destOrd="0" presId="urn:microsoft.com/office/officeart/2018/2/layout/IconCircleList"/>
    <dgm:cxn modelId="{EC93F05D-1652-4337-92FA-F4C683EE18BE}" srcId="{5BBD1803-1175-4325-9A0B-42BA0F875308}" destId="{54A8BF47-3F1F-4FDA-9920-C741131D1253}" srcOrd="3" destOrd="0" parTransId="{727D9F76-159D-47AE-AB9E-277C729F8AB5}" sibTransId="{EAD7F2B2-00DD-4A15-AF60-82F72F908B7E}"/>
    <dgm:cxn modelId="{A5728A69-768E-42E8-A0E7-2634A28E4540}" type="presOf" srcId="{54A8BF47-3F1F-4FDA-9920-C741131D1253}" destId="{1E965384-1862-4071-9A53-DB868367A96C}" srcOrd="0" destOrd="0" presId="urn:microsoft.com/office/officeart/2018/2/layout/IconCircleList"/>
    <dgm:cxn modelId="{99CDBA76-A595-4C58-AF5B-AB4DD62AED1A}" type="presOf" srcId="{D26481DF-5028-48DF-B28B-80D20CA1F46F}" destId="{13146510-64B6-4B1A-8E06-0B5F0EC77D83}" srcOrd="0" destOrd="0" presId="urn:microsoft.com/office/officeart/2018/2/layout/IconCircleList"/>
    <dgm:cxn modelId="{943DBC86-25DD-419C-AB54-6E9EB0E75DEE}" srcId="{5BBD1803-1175-4325-9A0B-42BA0F875308}" destId="{802C5003-5851-4D24-AF97-1894302DC851}" srcOrd="1" destOrd="0" parTransId="{CF360559-A163-4F47-B522-2F3003F46FD5}" sibTransId="{7BDF3969-DD6F-4185-B7B0-9301FB49D2D4}"/>
    <dgm:cxn modelId="{42F99297-9A8E-404D-BE0F-665D74F7508E}" type="presOf" srcId="{5BBD1803-1175-4325-9A0B-42BA0F875308}" destId="{F270E719-CF2F-4BC1-BFD5-F1C23A683A74}" srcOrd="0" destOrd="0" presId="urn:microsoft.com/office/officeart/2018/2/layout/IconCircleList"/>
    <dgm:cxn modelId="{95820EE6-A22B-4494-B780-0593555CB176}" srcId="{5BBD1803-1175-4325-9A0B-42BA0F875308}" destId="{9A7F06D0-4B74-4113-81F4-AA9E15C6561A}" srcOrd="2" destOrd="0" parTransId="{5E933F8B-4169-4F81-8A11-7BFAED711203}" sibTransId="{04D711D7-F8DA-48CB-A13E-4530EBA8CC98}"/>
    <dgm:cxn modelId="{B96673ED-49DC-44FA-8D54-1D7257EC9127}" srcId="{5BBD1803-1175-4325-9A0B-42BA0F875308}" destId="{58BDACF7-ACF1-4415-9666-54E97AA86AB2}" srcOrd="0" destOrd="0" parTransId="{6673AB26-E047-4B99-A83E-CBB6D1629064}" sibTransId="{D26481DF-5028-48DF-B28B-80D20CA1F46F}"/>
    <dgm:cxn modelId="{C9AA34F7-1FB7-4849-8106-9B829E834B50}" type="presOf" srcId="{9A7F06D0-4B74-4113-81F4-AA9E15C6561A}" destId="{4B03BAAB-E844-4BB3-9E32-F66C55D6D94A}" srcOrd="0" destOrd="0" presId="urn:microsoft.com/office/officeart/2018/2/layout/IconCircleList"/>
    <dgm:cxn modelId="{A03F1406-CECA-4DD6-AFD1-F507F01FE732}" type="presParOf" srcId="{F270E719-CF2F-4BC1-BFD5-F1C23A683A74}" destId="{86C6611E-A55E-439B-B9DA-7F10127E35D4}" srcOrd="0" destOrd="0" presId="urn:microsoft.com/office/officeart/2018/2/layout/IconCircleList"/>
    <dgm:cxn modelId="{C1AF333E-A135-45D1-B081-6B438227ABE7}" type="presParOf" srcId="{86C6611E-A55E-439B-B9DA-7F10127E35D4}" destId="{6FE461DB-F520-474C-8A76-9D5109406574}" srcOrd="0" destOrd="0" presId="urn:microsoft.com/office/officeart/2018/2/layout/IconCircleList"/>
    <dgm:cxn modelId="{0D526907-5D14-44FB-822E-622D72CEDFF2}" type="presParOf" srcId="{6FE461DB-F520-474C-8A76-9D5109406574}" destId="{124595D7-FC02-4425-A38E-ABD2C7D01F64}" srcOrd="0" destOrd="0" presId="urn:microsoft.com/office/officeart/2018/2/layout/IconCircleList"/>
    <dgm:cxn modelId="{09B5F8BC-05C8-4AEE-BD05-5ED2E712DF9B}" type="presParOf" srcId="{6FE461DB-F520-474C-8A76-9D5109406574}" destId="{BE381D8E-2346-4F3B-A32A-4AC86B96C6A3}" srcOrd="1" destOrd="0" presId="urn:microsoft.com/office/officeart/2018/2/layout/IconCircleList"/>
    <dgm:cxn modelId="{9B6A407E-6935-4CA3-8180-544E17037485}" type="presParOf" srcId="{6FE461DB-F520-474C-8A76-9D5109406574}" destId="{45BE35A5-A302-490C-8E9A-743D61CFDD75}" srcOrd="2" destOrd="0" presId="urn:microsoft.com/office/officeart/2018/2/layout/IconCircleList"/>
    <dgm:cxn modelId="{87B3FB41-FA5F-486A-ACFE-E8302350205D}" type="presParOf" srcId="{6FE461DB-F520-474C-8A76-9D5109406574}" destId="{58E16081-4A96-412F-8899-D8115FCBEF7F}" srcOrd="3" destOrd="0" presId="urn:microsoft.com/office/officeart/2018/2/layout/IconCircleList"/>
    <dgm:cxn modelId="{AB85E10A-6607-4A46-B9F0-06CA364600E4}" type="presParOf" srcId="{86C6611E-A55E-439B-B9DA-7F10127E35D4}" destId="{13146510-64B6-4B1A-8E06-0B5F0EC77D83}" srcOrd="1" destOrd="0" presId="urn:microsoft.com/office/officeart/2018/2/layout/IconCircleList"/>
    <dgm:cxn modelId="{4796AD0A-7F69-4EF8-9FF3-9EC0A1A00EE7}" type="presParOf" srcId="{86C6611E-A55E-439B-B9DA-7F10127E35D4}" destId="{52E39A7F-E404-40A3-822C-73A7C770AACA}" srcOrd="2" destOrd="0" presId="urn:microsoft.com/office/officeart/2018/2/layout/IconCircleList"/>
    <dgm:cxn modelId="{D0810178-7CDF-4709-870C-0157184BC50E}" type="presParOf" srcId="{52E39A7F-E404-40A3-822C-73A7C770AACA}" destId="{E8FE2D04-82BD-48BC-8BD5-B037CE014C1D}" srcOrd="0" destOrd="0" presId="urn:microsoft.com/office/officeart/2018/2/layout/IconCircleList"/>
    <dgm:cxn modelId="{10B6E3CB-A64A-4A85-B60E-A94375CA9878}" type="presParOf" srcId="{52E39A7F-E404-40A3-822C-73A7C770AACA}" destId="{D301758D-190B-4127-A0B7-5CC77524877D}" srcOrd="1" destOrd="0" presId="urn:microsoft.com/office/officeart/2018/2/layout/IconCircleList"/>
    <dgm:cxn modelId="{34ED31B3-8F94-4522-A546-C9196BA7E807}" type="presParOf" srcId="{52E39A7F-E404-40A3-822C-73A7C770AACA}" destId="{E74C841D-7BED-412B-AB2D-5ED2EF9EE863}" srcOrd="2" destOrd="0" presId="urn:microsoft.com/office/officeart/2018/2/layout/IconCircleList"/>
    <dgm:cxn modelId="{227DD5F8-DA51-420E-9BAB-E7518DDBA0BB}" type="presParOf" srcId="{52E39A7F-E404-40A3-822C-73A7C770AACA}" destId="{A79A14A8-B01C-4684-9470-BE58DD215DAA}" srcOrd="3" destOrd="0" presId="urn:microsoft.com/office/officeart/2018/2/layout/IconCircleList"/>
    <dgm:cxn modelId="{AC8D8B27-4838-43A5-9D31-1399CEA19113}" type="presParOf" srcId="{86C6611E-A55E-439B-B9DA-7F10127E35D4}" destId="{4DF0A935-D6DC-4696-8B02-235921545D99}" srcOrd="3" destOrd="0" presId="urn:microsoft.com/office/officeart/2018/2/layout/IconCircleList"/>
    <dgm:cxn modelId="{212692DC-139A-48D7-BA38-008537CC1A14}" type="presParOf" srcId="{86C6611E-A55E-439B-B9DA-7F10127E35D4}" destId="{AF1DD005-6AF4-4D86-9E03-F330D8D1A83B}" srcOrd="4" destOrd="0" presId="urn:microsoft.com/office/officeart/2018/2/layout/IconCircleList"/>
    <dgm:cxn modelId="{C26630D1-F396-4DBC-B941-2EEFE8F58D07}" type="presParOf" srcId="{AF1DD005-6AF4-4D86-9E03-F330D8D1A83B}" destId="{1A3E3BFE-A1CB-4938-A346-842C281D30AD}" srcOrd="0" destOrd="0" presId="urn:microsoft.com/office/officeart/2018/2/layout/IconCircleList"/>
    <dgm:cxn modelId="{EB2DC60C-A3CC-4CEC-8E5E-B682F7F9AD13}" type="presParOf" srcId="{AF1DD005-6AF4-4D86-9E03-F330D8D1A83B}" destId="{58EACF44-00F2-494C-A136-EDFB823B5B7E}" srcOrd="1" destOrd="0" presId="urn:microsoft.com/office/officeart/2018/2/layout/IconCircleList"/>
    <dgm:cxn modelId="{D0DE408F-FB2B-46B7-9654-69A0D6D73393}" type="presParOf" srcId="{AF1DD005-6AF4-4D86-9E03-F330D8D1A83B}" destId="{16754298-48B1-49C9-A93D-D1BFCEDDDE4A}" srcOrd="2" destOrd="0" presId="urn:microsoft.com/office/officeart/2018/2/layout/IconCircleList"/>
    <dgm:cxn modelId="{236ADB51-C5C9-4521-9326-EE185257B4F9}" type="presParOf" srcId="{AF1DD005-6AF4-4D86-9E03-F330D8D1A83B}" destId="{4B03BAAB-E844-4BB3-9E32-F66C55D6D94A}" srcOrd="3" destOrd="0" presId="urn:microsoft.com/office/officeart/2018/2/layout/IconCircleList"/>
    <dgm:cxn modelId="{85CB66B9-340B-41EA-AF21-FA3B83E0662B}" type="presParOf" srcId="{86C6611E-A55E-439B-B9DA-7F10127E35D4}" destId="{EB3850AE-591D-45D5-B9F1-6B101439D388}" srcOrd="5" destOrd="0" presId="urn:microsoft.com/office/officeart/2018/2/layout/IconCircleList"/>
    <dgm:cxn modelId="{DC33F4F7-AAEC-4C16-B2FA-6DDABE9BED81}" type="presParOf" srcId="{86C6611E-A55E-439B-B9DA-7F10127E35D4}" destId="{D8065ECD-E0EB-4999-8018-ED8C83388A41}" srcOrd="6" destOrd="0" presId="urn:microsoft.com/office/officeart/2018/2/layout/IconCircleList"/>
    <dgm:cxn modelId="{56639DD8-DF11-4DC6-BD02-4815FD755BB3}" type="presParOf" srcId="{D8065ECD-E0EB-4999-8018-ED8C83388A41}" destId="{BDF5C93E-DC51-488E-A737-D336EAFD7BB1}" srcOrd="0" destOrd="0" presId="urn:microsoft.com/office/officeart/2018/2/layout/IconCircleList"/>
    <dgm:cxn modelId="{5BB363C3-286A-4002-9162-2AF1503CB5FE}" type="presParOf" srcId="{D8065ECD-E0EB-4999-8018-ED8C83388A41}" destId="{0FC653A8-95C4-496A-B956-85D41E88F8F7}" srcOrd="1" destOrd="0" presId="urn:microsoft.com/office/officeart/2018/2/layout/IconCircleList"/>
    <dgm:cxn modelId="{A8DB0A69-AC03-4ABA-B1CF-354A1A178D9A}" type="presParOf" srcId="{D8065ECD-E0EB-4999-8018-ED8C83388A41}" destId="{2405FF6C-EE63-461C-98FB-5C2CAF80DA99}" srcOrd="2" destOrd="0" presId="urn:microsoft.com/office/officeart/2018/2/layout/IconCircleList"/>
    <dgm:cxn modelId="{5CBD7F79-8A1E-447C-A508-CC034E7562BB}" type="presParOf" srcId="{D8065ECD-E0EB-4999-8018-ED8C83388A41}" destId="{1E965384-1862-4071-9A53-DB868367A96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3B1186C-08C0-46DE-87B1-3702DE14D93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EED6176-1DAA-4359-97D3-79D5D61140E1}">
      <dgm:prSet/>
      <dgm:spPr/>
      <dgm:t>
        <a:bodyPr/>
        <a:lstStyle/>
        <a:p>
          <a:r>
            <a:rPr lang="es-CL"/>
            <a:t>En  la primera se semana solo partimos con 1 empresa.</a:t>
          </a:r>
          <a:endParaRPr lang="en-US"/>
        </a:p>
      </dgm:t>
    </dgm:pt>
    <dgm:pt modelId="{DAD145F9-D677-4C65-B24F-3D8F0CA94A87}" type="parTrans" cxnId="{D9B86096-59B2-4C8D-9CE6-3B95D7516D47}">
      <dgm:prSet/>
      <dgm:spPr/>
      <dgm:t>
        <a:bodyPr/>
        <a:lstStyle/>
        <a:p>
          <a:endParaRPr lang="en-US"/>
        </a:p>
      </dgm:t>
    </dgm:pt>
    <dgm:pt modelId="{DBF04C31-0F67-48B1-ACEB-A7281D66EB24}" type="sibTrans" cxnId="{D9B86096-59B2-4C8D-9CE6-3B95D7516D47}">
      <dgm:prSet/>
      <dgm:spPr/>
      <dgm:t>
        <a:bodyPr/>
        <a:lstStyle/>
        <a:p>
          <a:endParaRPr lang="en-US"/>
        </a:p>
      </dgm:t>
    </dgm:pt>
    <dgm:pt modelId="{A56064FB-8659-4086-88D4-0C4DC390302C}">
      <dgm:prSet/>
      <dgm:spPr/>
      <dgm:t>
        <a:bodyPr/>
        <a:lstStyle/>
        <a:p>
          <a:r>
            <a:rPr lang="es-CL"/>
            <a:t>Semana dos 8 empresas.</a:t>
          </a:r>
          <a:endParaRPr lang="en-US"/>
        </a:p>
      </dgm:t>
    </dgm:pt>
    <dgm:pt modelId="{BB4351FA-D0E0-4107-B176-0E99E6B173E4}" type="parTrans" cxnId="{4DFC4E67-0EC1-4D2F-9F2C-91D6B1118DE9}">
      <dgm:prSet/>
      <dgm:spPr/>
      <dgm:t>
        <a:bodyPr/>
        <a:lstStyle/>
        <a:p>
          <a:endParaRPr lang="en-US"/>
        </a:p>
      </dgm:t>
    </dgm:pt>
    <dgm:pt modelId="{C3A4DCA5-21C8-405A-892C-73F8132AFC2C}" type="sibTrans" cxnId="{4DFC4E67-0EC1-4D2F-9F2C-91D6B1118DE9}">
      <dgm:prSet/>
      <dgm:spPr/>
      <dgm:t>
        <a:bodyPr/>
        <a:lstStyle/>
        <a:p>
          <a:endParaRPr lang="en-US"/>
        </a:p>
      </dgm:t>
    </dgm:pt>
    <dgm:pt modelId="{15C32475-609B-40EF-93B6-61321D41C028}">
      <dgm:prSet/>
      <dgm:spPr/>
      <dgm:t>
        <a:bodyPr/>
        <a:lstStyle/>
        <a:p>
          <a:r>
            <a:rPr lang="es-CL"/>
            <a:t>Actualmente nos encontramos con 15 empresas. y diferentes contratos de las mismas. 619 trabajadores en la plataforma.</a:t>
          </a:r>
          <a:endParaRPr lang="en-US"/>
        </a:p>
      </dgm:t>
    </dgm:pt>
    <dgm:pt modelId="{D34CC317-4243-4588-8CB2-80B8BEDA426E}" type="parTrans" cxnId="{BE8D0E22-9CDE-4E4C-9A03-5C6161FCA1A5}">
      <dgm:prSet/>
      <dgm:spPr/>
      <dgm:t>
        <a:bodyPr/>
        <a:lstStyle/>
        <a:p>
          <a:endParaRPr lang="en-US"/>
        </a:p>
      </dgm:t>
    </dgm:pt>
    <dgm:pt modelId="{12A1D96E-ECDB-425B-93E9-2E8AE39989A2}" type="sibTrans" cxnId="{BE8D0E22-9CDE-4E4C-9A03-5C6161FCA1A5}">
      <dgm:prSet/>
      <dgm:spPr/>
      <dgm:t>
        <a:bodyPr/>
        <a:lstStyle/>
        <a:p>
          <a:endParaRPr lang="en-US"/>
        </a:p>
      </dgm:t>
    </dgm:pt>
    <dgm:pt modelId="{8B6FCC0A-2C40-4962-B54A-526B13CDAAF8}">
      <dgm:prSet/>
      <dgm:spPr/>
      <dgm:t>
        <a:bodyPr/>
        <a:lstStyle/>
        <a:p>
          <a:r>
            <a:rPr lang="es-CL"/>
            <a:t>En turnos rotativos con la totalidad de 1238 en 2 turnos.</a:t>
          </a:r>
          <a:endParaRPr lang="en-US"/>
        </a:p>
      </dgm:t>
    </dgm:pt>
    <dgm:pt modelId="{B8707A5C-803D-4968-ABFB-6DBEDF7D751D}" type="parTrans" cxnId="{E6B76594-790E-4FAA-B7CC-2C00F2EC9519}">
      <dgm:prSet/>
      <dgm:spPr/>
      <dgm:t>
        <a:bodyPr/>
        <a:lstStyle/>
        <a:p>
          <a:endParaRPr lang="en-US"/>
        </a:p>
      </dgm:t>
    </dgm:pt>
    <dgm:pt modelId="{8217C99F-8FE9-45F3-9F9E-970893915D67}" type="sibTrans" cxnId="{E6B76594-790E-4FAA-B7CC-2C00F2EC9519}">
      <dgm:prSet/>
      <dgm:spPr/>
      <dgm:t>
        <a:bodyPr/>
        <a:lstStyle/>
        <a:p>
          <a:endParaRPr lang="en-US"/>
        </a:p>
      </dgm:t>
    </dgm:pt>
    <dgm:pt modelId="{0A7ED170-4B3A-9B4D-9506-E3335AD99D19}">
      <dgm:prSet/>
      <dgm:spPr/>
      <dgm:t>
        <a:bodyPr/>
        <a:lstStyle/>
        <a:p>
          <a:r>
            <a:rPr lang="es-MX" dirty="0"/>
            <a:t>Tomemos en cuenta un peak de 201 personas en un lapso de 38 minutos.</a:t>
          </a:r>
        </a:p>
      </dgm:t>
    </dgm:pt>
    <dgm:pt modelId="{5E4C28A3-83B7-9E4E-AC4F-17B8C4518748}" type="parTrans" cxnId="{67D7C8E0-1947-064A-8CE9-BF68B3D1C801}">
      <dgm:prSet/>
      <dgm:spPr/>
      <dgm:t>
        <a:bodyPr/>
        <a:lstStyle/>
        <a:p>
          <a:endParaRPr lang="es-MX"/>
        </a:p>
      </dgm:t>
    </dgm:pt>
    <dgm:pt modelId="{B5F474ED-1DCC-5A4A-8F8A-025122FEF788}" type="sibTrans" cxnId="{67D7C8E0-1947-064A-8CE9-BF68B3D1C801}">
      <dgm:prSet/>
      <dgm:spPr/>
      <dgm:t>
        <a:bodyPr/>
        <a:lstStyle/>
        <a:p>
          <a:endParaRPr lang="es-MX"/>
        </a:p>
      </dgm:t>
    </dgm:pt>
    <dgm:pt modelId="{5DB1A003-0199-5C4B-A724-6449CDA46124}">
      <dgm:prSet/>
      <dgm:spPr/>
      <dgm:t>
        <a:bodyPr/>
        <a:lstStyle/>
        <a:p>
          <a:r>
            <a:rPr lang="es-MX" dirty="0"/>
            <a:t>Con 2 recepcionistas, en preomedio nos tardamos  22.6 por usuario.</a:t>
          </a:r>
        </a:p>
      </dgm:t>
    </dgm:pt>
    <dgm:pt modelId="{07120CFC-1949-1644-87D4-6C7655BEC002}" type="parTrans" cxnId="{4D0219ED-2793-DA46-9076-7A2AC5C6C2CF}">
      <dgm:prSet/>
      <dgm:spPr/>
      <dgm:t>
        <a:bodyPr/>
        <a:lstStyle/>
        <a:p>
          <a:endParaRPr lang="es-MX"/>
        </a:p>
      </dgm:t>
    </dgm:pt>
    <dgm:pt modelId="{402AED92-090F-E441-BCFF-CD4F2D745D25}" type="sibTrans" cxnId="{4D0219ED-2793-DA46-9076-7A2AC5C6C2CF}">
      <dgm:prSet/>
      <dgm:spPr/>
      <dgm:t>
        <a:bodyPr/>
        <a:lstStyle/>
        <a:p>
          <a:endParaRPr lang="es-MX"/>
        </a:p>
      </dgm:t>
    </dgm:pt>
    <dgm:pt modelId="{031621B6-300B-1F43-8875-1B96C083B671}" type="pres">
      <dgm:prSet presAssocID="{73B1186C-08C0-46DE-87B1-3702DE14D934}" presName="linear" presStyleCnt="0">
        <dgm:presLayoutVars>
          <dgm:animLvl val="lvl"/>
          <dgm:resizeHandles val="exact"/>
        </dgm:presLayoutVars>
      </dgm:prSet>
      <dgm:spPr/>
    </dgm:pt>
    <dgm:pt modelId="{EE21D796-F7C4-FD4E-A605-1393166C177B}" type="pres">
      <dgm:prSet presAssocID="{7EED6176-1DAA-4359-97D3-79D5D61140E1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E1E72E98-45E0-DA45-B0E5-3B5624550A1C}" type="pres">
      <dgm:prSet presAssocID="{DBF04C31-0F67-48B1-ACEB-A7281D66EB24}" presName="spacer" presStyleCnt="0"/>
      <dgm:spPr/>
    </dgm:pt>
    <dgm:pt modelId="{481D3BBF-BD83-3C4B-B156-DA1C1D69FBB0}" type="pres">
      <dgm:prSet presAssocID="{A56064FB-8659-4086-88D4-0C4DC390302C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7782A2BE-7914-7C4F-8C89-43829A6E7147}" type="pres">
      <dgm:prSet presAssocID="{C3A4DCA5-21C8-405A-892C-73F8132AFC2C}" presName="spacer" presStyleCnt="0"/>
      <dgm:spPr/>
    </dgm:pt>
    <dgm:pt modelId="{C58ACBE0-B266-3D41-93AF-9437CC38DE16}" type="pres">
      <dgm:prSet presAssocID="{15C32475-609B-40EF-93B6-61321D41C028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D46F6488-9027-454A-8D3F-1A415BE14872}" type="pres">
      <dgm:prSet presAssocID="{12A1D96E-ECDB-425B-93E9-2E8AE39989A2}" presName="spacer" presStyleCnt="0"/>
      <dgm:spPr/>
    </dgm:pt>
    <dgm:pt modelId="{F37C676C-AED9-5F4E-A9CF-EF3D88213D14}" type="pres">
      <dgm:prSet presAssocID="{8B6FCC0A-2C40-4962-B54A-526B13CDAAF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0B15C9F-412A-9942-B091-8EE492820898}" type="pres">
      <dgm:prSet presAssocID="{8217C99F-8FE9-45F3-9F9E-970893915D67}" presName="spacer" presStyleCnt="0"/>
      <dgm:spPr/>
    </dgm:pt>
    <dgm:pt modelId="{19D1C49B-27B7-3A41-81C7-1E024B0F6271}" type="pres">
      <dgm:prSet presAssocID="{0A7ED170-4B3A-9B4D-9506-E3335AD99D19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E2FBC3D-D022-4843-98B5-5B0D3BBF511E}" type="pres">
      <dgm:prSet presAssocID="{B5F474ED-1DCC-5A4A-8F8A-025122FEF788}" presName="spacer" presStyleCnt="0"/>
      <dgm:spPr/>
    </dgm:pt>
    <dgm:pt modelId="{E0F7D02F-27C6-C642-94AF-510A0CDB52EC}" type="pres">
      <dgm:prSet presAssocID="{5DB1A003-0199-5C4B-A724-6449CDA46124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86D01B07-66B9-5E44-85A7-A3FEE9B6243B}" type="presOf" srcId="{A56064FB-8659-4086-88D4-0C4DC390302C}" destId="{481D3BBF-BD83-3C4B-B156-DA1C1D69FBB0}" srcOrd="0" destOrd="0" presId="urn:microsoft.com/office/officeart/2005/8/layout/vList2"/>
    <dgm:cxn modelId="{1F322013-BDB2-8A4E-A7E1-DFFE75086A1B}" type="presOf" srcId="{73B1186C-08C0-46DE-87B1-3702DE14D934}" destId="{031621B6-300B-1F43-8875-1B96C083B671}" srcOrd="0" destOrd="0" presId="urn:microsoft.com/office/officeart/2005/8/layout/vList2"/>
    <dgm:cxn modelId="{BE8D0E22-9CDE-4E4C-9A03-5C6161FCA1A5}" srcId="{73B1186C-08C0-46DE-87B1-3702DE14D934}" destId="{15C32475-609B-40EF-93B6-61321D41C028}" srcOrd="2" destOrd="0" parTransId="{D34CC317-4243-4588-8CB2-80B8BEDA426E}" sibTransId="{12A1D96E-ECDB-425B-93E9-2E8AE39989A2}"/>
    <dgm:cxn modelId="{38EC8742-0371-4644-8446-FA015A28D977}" type="presOf" srcId="{7EED6176-1DAA-4359-97D3-79D5D61140E1}" destId="{EE21D796-F7C4-FD4E-A605-1393166C177B}" srcOrd="0" destOrd="0" presId="urn:microsoft.com/office/officeart/2005/8/layout/vList2"/>
    <dgm:cxn modelId="{4DFC4E67-0EC1-4D2F-9F2C-91D6B1118DE9}" srcId="{73B1186C-08C0-46DE-87B1-3702DE14D934}" destId="{A56064FB-8659-4086-88D4-0C4DC390302C}" srcOrd="1" destOrd="0" parTransId="{BB4351FA-D0E0-4107-B176-0E99E6B173E4}" sibTransId="{C3A4DCA5-21C8-405A-892C-73F8132AFC2C}"/>
    <dgm:cxn modelId="{5F1FF076-1547-E842-ACE8-89BE44B58A10}" type="presOf" srcId="{0A7ED170-4B3A-9B4D-9506-E3335AD99D19}" destId="{19D1C49B-27B7-3A41-81C7-1E024B0F6271}" srcOrd="0" destOrd="0" presId="urn:microsoft.com/office/officeart/2005/8/layout/vList2"/>
    <dgm:cxn modelId="{055FC083-98E8-CF48-8F22-381CAE42DBF6}" type="presOf" srcId="{8B6FCC0A-2C40-4962-B54A-526B13CDAAF8}" destId="{F37C676C-AED9-5F4E-A9CF-EF3D88213D14}" srcOrd="0" destOrd="0" presId="urn:microsoft.com/office/officeart/2005/8/layout/vList2"/>
    <dgm:cxn modelId="{E6B76594-790E-4FAA-B7CC-2C00F2EC9519}" srcId="{73B1186C-08C0-46DE-87B1-3702DE14D934}" destId="{8B6FCC0A-2C40-4962-B54A-526B13CDAAF8}" srcOrd="3" destOrd="0" parTransId="{B8707A5C-803D-4968-ABFB-6DBEDF7D751D}" sibTransId="{8217C99F-8FE9-45F3-9F9E-970893915D67}"/>
    <dgm:cxn modelId="{D9B86096-59B2-4C8D-9CE6-3B95D7516D47}" srcId="{73B1186C-08C0-46DE-87B1-3702DE14D934}" destId="{7EED6176-1DAA-4359-97D3-79D5D61140E1}" srcOrd="0" destOrd="0" parTransId="{DAD145F9-D677-4C65-B24F-3D8F0CA94A87}" sibTransId="{DBF04C31-0F67-48B1-ACEB-A7281D66EB24}"/>
    <dgm:cxn modelId="{0B4CEDA2-8DCF-E647-9A20-FE891D483729}" type="presOf" srcId="{5DB1A003-0199-5C4B-A724-6449CDA46124}" destId="{E0F7D02F-27C6-C642-94AF-510A0CDB52EC}" srcOrd="0" destOrd="0" presId="urn:microsoft.com/office/officeart/2005/8/layout/vList2"/>
    <dgm:cxn modelId="{62E15BC3-1D87-C042-A1F8-638A718E3A3E}" type="presOf" srcId="{15C32475-609B-40EF-93B6-61321D41C028}" destId="{C58ACBE0-B266-3D41-93AF-9437CC38DE16}" srcOrd="0" destOrd="0" presId="urn:microsoft.com/office/officeart/2005/8/layout/vList2"/>
    <dgm:cxn modelId="{67D7C8E0-1947-064A-8CE9-BF68B3D1C801}" srcId="{73B1186C-08C0-46DE-87B1-3702DE14D934}" destId="{0A7ED170-4B3A-9B4D-9506-E3335AD99D19}" srcOrd="4" destOrd="0" parTransId="{5E4C28A3-83B7-9E4E-AC4F-17B8C4518748}" sibTransId="{B5F474ED-1DCC-5A4A-8F8A-025122FEF788}"/>
    <dgm:cxn modelId="{4D0219ED-2793-DA46-9076-7A2AC5C6C2CF}" srcId="{73B1186C-08C0-46DE-87B1-3702DE14D934}" destId="{5DB1A003-0199-5C4B-A724-6449CDA46124}" srcOrd="5" destOrd="0" parTransId="{07120CFC-1949-1644-87D4-6C7655BEC002}" sibTransId="{402AED92-090F-E441-BCFF-CD4F2D745D25}"/>
    <dgm:cxn modelId="{9EAEA686-07B4-A248-ABE9-237943CEFDFF}" type="presParOf" srcId="{031621B6-300B-1F43-8875-1B96C083B671}" destId="{EE21D796-F7C4-FD4E-A605-1393166C177B}" srcOrd="0" destOrd="0" presId="urn:microsoft.com/office/officeart/2005/8/layout/vList2"/>
    <dgm:cxn modelId="{7799E378-B19C-3E43-B48A-857C16F5E7C0}" type="presParOf" srcId="{031621B6-300B-1F43-8875-1B96C083B671}" destId="{E1E72E98-45E0-DA45-B0E5-3B5624550A1C}" srcOrd="1" destOrd="0" presId="urn:microsoft.com/office/officeart/2005/8/layout/vList2"/>
    <dgm:cxn modelId="{350C1591-65E9-0B4B-8481-9E5C2EBA17FD}" type="presParOf" srcId="{031621B6-300B-1F43-8875-1B96C083B671}" destId="{481D3BBF-BD83-3C4B-B156-DA1C1D69FBB0}" srcOrd="2" destOrd="0" presId="urn:microsoft.com/office/officeart/2005/8/layout/vList2"/>
    <dgm:cxn modelId="{B782AB0F-56EA-BE40-A9C4-BF3DB1A16DA7}" type="presParOf" srcId="{031621B6-300B-1F43-8875-1B96C083B671}" destId="{7782A2BE-7914-7C4F-8C89-43829A6E7147}" srcOrd="3" destOrd="0" presId="urn:microsoft.com/office/officeart/2005/8/layout/vList2"/>
    <dgm:cxn modelId="{2C66D422-DE47-A146-9ACD-F44FDE465587}" type="presParOf" srcId="{031621B6-300B-1F43-8875-1B96C083B671}" destId="{C58ACBE0-B266-3D41-93AF-9437CC38DE16}" srcOrd="4" destOrd="0" presId="urn:microsoft.com/office/officeart/2005/8/layout/vList2"/>
    <dgm:cxn modelId="{48031606-22F7-374E-806D-AD5E93BB0EA6}" type="presParOf" srcId="{031621B6-300B-1F43-8875-1B96C083B671}" destId="{D46F6488-9027-454A-8D3F-1A415BE14872}" srcOrd="5" destOrd="0" presId="urn:microsoft.com/office/officeart/2005/8/layout/vList2"/>
    <dgm:cxn modelId="{E343AD99-72DC-6A49-88B4-B02024D5E13E}" type="presParOf" srcId="{031621B6-300B-1F43-8875-1B96C083B671}" destId="{F37C676C-AED9-5F4E-A9CF-EF3D88213D14}" srcOrd="6" destOrd="0" presId="urn:microsoft.com/office/officeart/2005/8/layout/vList2"/>
    <dgm:cxn modelId="{D53B17AF-C7B5-9B40-8DFD-E2CF8965BA7F}" type="presParOf" srcId="{031621B6-300B-1F43-8875-1B96C083B671}" destId="{90B15C9F-412A-9942-B091-8EE492820898}" srcOrd="7" destOrd="0" presId="urn:microsoft.com/office/officeart/2005/8/layout/vList2"/>
    <dgm:cxn modelId="{062D6975-7264-3D41-A25E-3CC606D635A4}" type="presParOf" srcId="{031621B6-300B-1F43-8875-1B96C083B671}" destId="{19D1C49B-27B7-3A41-81C7-1E024B0F6271}" srcOrd="8" destOrd="0" presId="urn:microsoft.com/office/officeart/2005/8/layout/vList2"/>
    <dgm:cxn modelId="{55068CA3-FB7A-7C4E-BE90-F154E59A02F2}" type="presParOf" srcId="{031621B6-300B-1F43-8875-1B96C083B671}" destId="{2E2FBC3D-D022-4843-98B5-5B0D3BBF511E}" srcOrd="9" destOrd="0" presId="urn:microsoft.com/office/officeart/2005/8/layout/vList2"/>
    <dgm:cxn modelId="{0477D814-4EBB-C347-9D60-975B8AB4F945}" type="presParOf" srcId="{031621B6-300B-1F43-8875-1B96C083B671}" destId="{E0F7D02F-27C6-C642-94AF-510A0CDB52EC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24FF8E-BB02-FD4C-B7E5-28AE4359865E}">
      <dsp:nvSpPr>
        <dsp:cNvPr id="0" name=""/>
        <dsp:cNvSpPr/>
      </dsp:nvSpPr>
      <dsp:spPr>
        <a:xfrm>
          <a:off x="1283" y="507350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16B43C-9042-E347-B1A2-05302C5262B7}">
      <dsp:nvSpPr>
        <dsp:cNvPr id="0" name=""/>
        <dsp:cNvSpPr/>
      </dsp:nvSpPr>
      <dsp:spPr>
        <a:xfrm>
          <a:off x="501904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600" b="1" kern="1200"/>
            <a:t>Visibilidad Centralizada Inmediata:</a:t>
          </a:r>
          <a:r>
            <a:rPr lang="es-CL" sz="2600" kern="1200"/>
            <a:t> Obtención de informes globales y reportabilidad en tiempo real desde el primer día.</a:t>
          </a:r>
          <a:endParaRPr lang="en-US" sz="2600" kern="1200"/>
        </a:p>
      </dsp:txBody>
      <dsp:txXfrm>
        <a:off x="585701" y="1066737"/>
        <a:ext cx="4337991" cy="2693452"/>
      </dsp:txXfrm>
    </dsp:sp>
    <dsp:sp modelId="{8A8E1013-4534-2948-8704-1A5D97D5017D}">
      <dsp:nvSpPr>
        <dsp:cNvPr id="0" name=""/>
        <dsp:cNvSpPr/>
      </dsp:nvSpPr>
      <dsp:spPr>
        <a:xfrm>
          <a:off x="5508110" y="507350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8B6490-11FA-454E-8ED4-715F702A7ACE}">
      <dsp:nvSpPr>
        <dsp:cNvPr id="0" name=""/>
        <dsp:cNvSpPr/>
      </dsp:nvSpPr>
      <dsp:spPr>
        <a:xfrm>
          <a:off x="6008730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600" b="1" kern="1200"/>
            <a:t>Eliminación de la Dualidad:</a:t>
          </a:r>
          <a:r>
            <a:rPr lang="es-CL" sz="2600" kern="1200"/>
            <a:t> Se deja de operar con el método antiguo de forma inmediata, evitando cruces de información entre dos sistemas.</a:t>
          </a:r>
          <a:endParaRPr lang="en-US" sz="2600" kern="1200"/>
        </a:p>
      </dsp:txBody>
      <dsp:txXfrm>
        <a:off x="6092527" y="1066737"/>
        <a:ext cx="4337991" cy="26934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C33855-A027-41EB-A9C3-980D24941264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B4A368-D6BF-4DAD-9DCD-8C49E3B577AF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4A673C-644D-450F-A26F-CAE9B0A60CB8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b="1" i="0" kern="1200" baseline="0"/>
            <a:t>Colapso Operativo en Counter:</a:t>
          </a:r>
          <a:r>
            <a:rPr lang="es-CL" sz="1200" b="0" i="0" kern="1200" baseline="0"/>
            <a:t> Al juntarse peaks de 800 personas sin inducción previa, las filas superarán la capacidad física de atención.</a:t>
          </a:r>
          <a:endParaRPr lang="en-US" sz="1200" kern="1200"/>
        </a:p>
      </dsp:txBody>
      <dsp:txXfrm>
        <a:off x="1834517" y="469890"/>
        <a:ext cx="3148942" cy="1335915"/>
      </dsp:txXfrm>
    </dsp:sp>
    <dsp:sp modelId="{59433567-D771-41B9-9624-F4F5399249F5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34BBA2-15FD-4A47-B4E3-5AA947BE171E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892418-5743-48C3-B1D1-31203A0DF57F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b="1" i="0" kern="1200" baseline="0"/>
            <a:t>Falla Crítica en Turno Noche:</a:t>
          </a:r>
          <a:r>
            <a:rPr lang="es-CL" sz="1200" b="0" i="0" kern="1200" baseline="0"/>
            <a:t> Al tener </a:t>
          </a:r>
          <a:r>
            <a:rPr lang="es-CL" sz="1200" b="1" i="0" kern="1200" baseline="0"/>
            <a:t>solo 1 persona en la administración nocturna</a:t>
          </a:r>
          <a:r>
            <a:rPr lang="es-CL" sz="1200" b="0" i="0" kern="1200" baseline="0"/>
            <a:t>, el proceso de realizar check-in y explicar el sistema a cientos de usuarios inexpertos se volverá humanamente imposible, multiplicando los tiempos de espera.</a:t>
          </a:r>
          <a:endParaRPr lang="en-US" sz="1200" kern="1200"/>
        </a:p>
      </dsp:txBody>
      <dsp:txXfrm>
        <a:off x="7154322" y="469890"/>
        <a:ext cx="3148942" cy="1335915"/>
      </dsp:txXfrm>
    </dsp:sp>
    <dsp:sp modelId="{7D878672-A9C7-4297-A63B-998B39372EBC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4B20E7-F3E1-4C9E-9E80-8043C9217BB1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ADB966-3D92-4FEA-AD68-8FEF622E67D5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b="1" i="0" kern="1200" baseline="0"/>
            <a:t>Efecto Dominó por Errores de Carga:</a:t>
          </a:r>
          <a:r>
            <a:rPr lang="es-CL" sz="1200" b="0" i="0" kern="1200" baseline="0"/>
            <a:t> Los cambios de última hora no informados por las empresas y los errores de asignación se detectarán todos juntos en la fila, deteniendo el flujo por completo.</a:t>
          </a:r>
          <a:endParaRPr lang="en-US" sz="1200" kern="1200"/>
        </a:p>
      </dsp:txBody>
      <dsp:txXfrm>
        <a:off x="1834517" y="2545532"/>
        <a:ext cx="3148942" cy="1335915"/>
      </dsp:txXfrm>
    </dsp:sp>
    <dsp:sp modelId="{A35D91D2-AECE-459D-93C0-EFA8E0593E58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1EF54C-AB44-4DB4-8645-1264CE5039F0}">
      <dsp:nvSpPr>
        <dsp:cNvPr id="0" name=""/>
        <dsp:cNvSpPr/>
      </dsp:nvSpPr>
      <dsp:spPr>
        <a:xfrm>
          <a:off x="5812681" y="2826074"/>
          <a:ext cx="774830" cy="774830"/>
        </a:xfrm>
        <a:prstGeom prst="irregularSeal1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212FFC-FC54-4334-B6CC-3559C9AC6304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b="1" i="0" kern="1200" baseline="0" dirty="0"/>
            <a:t>Impacto Negativo en el Clima Laboral:</a:t>
          </a:r>
          <a:r>
            <a:rPr lang="es-CL" sz="1200" b="0" i="0" kern="1200" baseline="0" dirty="0"/>
            <a:t> El desconocimiento del sistema, sumado a las molestias de los usuarios por la distribución de habitaciones (fricción ajena a la administración), generará altos niveles de frustración y reclamos hacia nuestro personal.</a:t>
          </a:r>
          <a:endParaRPr lang="en-US" sz="1200" kern="1200" dirty="0"/>
        </a:p>
      </dsp:txBody>
      <dsp:txXfrm>
        <a:off x="7154322" y="2545532"/>
        <a:ext cx="3148942" cy="13359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FF6CAB-4783-4F1F-8D6E-1FE634D7774A}">
      <dsp:nvSpPr>
        <dsp:cNvPr id="0" name=""/>
        <dsp:cNvSpPr/>
      </dsp:nvSpPr>
      <dsp:spPr>
        <a:xfrm>
          <a:off x="622800" y="39253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5C6815-261E-481A-AFCA-C1CA359D4465}">
      <dsp:nvSpPr>
        <dsp:cNvPr id="0" name=""/>
        <dsp:cNvSpPr/>
      </dsp:nvSpPr>
      <dsp:spPr>
        <a:xfrm>
          <a:off x="127800" y="1737633"/>
          <a:ext cx="1800000" cy="2221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b="1" kern="1200"/>
            <a:t>Acompañamiento y Mitigación del Cambio:</a:t>
          </a:r>
          <a:r>
            <a:rPr lang="es-CL" sz="1100" kern="1200"/>
            <a:t> Permite entregar un soporte amigable, personalizado y controlado a los trabajadores en su primera transición con la plataforma.</a:t>
          </a:r>
          <a:endParaRPr lang="en-US" sz="1100" kern="1200"/>
        </a:p>
      </dsp:txBody>
      <dsp:txXfrm>
        <a:off x="127800" y="1737633"/>
        <a:ext cx="1800000" cy="2221171"/>
      </dsp:txXfrm>
    </dsp:sp>
    <dsp:sp modelId="{E7CE835D-A655-4ADB-B1BB-96881FFAD219}">
      <dsp:nvSpPr>
        <dsp:cNvPr id="0" name=""/>
        <dsp:cNvSpPr/>
      </dsp:nvSpPr>
      <dsp:spPr>
        <a:xfrm>
          <a:off x="2737800" y="39253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0C76C6-3DA5-4C45-9818-8B451D97AFDC}">
      <dsp:nvSpPr>
        <dsp:cNvPr id="0" name=""/>
        <dsp:cNvSpPr/>
      </dsp:nvSpPr>
      <dsp:spPr>
        <a:xfrm>
          <a:off x="2242800" y="1737633"/>
          <a:ext cx="1800000" cy="2221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b="1" kern="1200"/>
            <a:t>Blindaje ante Errores de Asignación:</a:t>
          </a:r>
          <a:r>
            <a:rPr lang="es-CL" sz="1100" kern="1200"/>
            <a:t> Al segmentar los ingresos, se adquiere un mayor control de las cargas de datos, detectando y corrigiendo inconsistencias antes de que el usuario llegue a la faena.</a:t>
          </a:r>
          <a:endParaRPr lang="en-US" sz="1100" kern="1200"/>
        </a:p>
      </dsp:txBody>
      <dsp:txXfrm>
        <a:off x="2242800" y="1737633"/>
        <a:ext cx="1800000" cy="2221171"/>
      </dsp:txXfrm>
    </dsp:sp>
    <dsp:sp modelId="{C63091CE-F4A6-4A2D-9066-49D8B2DA8439}">
      <dsp:nvSpPr>
        <dsp:cNvPr id="0" name=""/>
        <dsp:cNvSpPr/>
      </dsp:nvSpPr>
      <dsp:spPr>
        <a:xfrm>
          <a:off x="4852800" y="39253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631178-F0CC-4F5A-8F7E-4547ABEB4A86}">
      <dsp:nvSpPr>
        <dsp:cNvPr id="0" name=""/>
        <dsp:cNvSpPr/>
      </dsp:nvSpPr>
      <dsp:spPr>
        <a:xfrm>
          <a:off x="4357800" y="1737633"/>
          <a:ext cx="1800000" cy="2221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b="1" kern="1200" dirty="0"/>
            <a:t>Agilidad y Respuesta Inmediata:</a:t>
          </a:r>
          <a:r>
            <a:rPr lang="es-CL" sz="1100" kern="1200" dirty="0"/>
            <a:t> Otorga la flexibilidad necesaria para resolver cambios y modificaciones de última hora en la carga sin paralizar las filas masivas.</a:t>
          </a:r>
          <a:endParaRPr lang="en-US" sz="1100" kern="1200" dirty="0"/>
        </a:p>
      </dsp:txBody>
      <dsp:txXfrm>
        <a:off x="4357800" y="1737633"/>
        <a:ext cx="1800000" cy="2221171"/>
      </dsp:txXfrm>
    </dsp:sp>
    <dsp:sp modelId="{6958AE44-6CDD-4338-86CF-723588888A66}">
      <dsp:nvSpPr>
        <dsp:cNvPr id="0" name=""/>
        <dsp:cNvSpPr/>
      </dsp:nvSpPr>
      <dsp:spPr>
        <a:xfrm>
          <a:off x="6967800" y="39253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FD0BAA-BABC-4C2E-9D32-08EC8D275214}">
      <dsp:nvSpPr>
        <dsp:cNvPr id="0" name=""/>
        <dsp:cNvSpPr/>
      </dsp:nvSpPr>
      <dsp:spPr>
        <a:xfrm>
          <a:off x="6472800" y="1737633"/>
          <a:ext cx="1800000" cy="2221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b="1" kern="1200"/>
            <a:t>Curva de Aprendizaje y Optimización:</a:t>
          </a:r>
          <a:r>
            <a:rPr lang="es-CL" sz="1100" kern="1200"/>
            <a:t> Permite medir y evaluar los tiempos reales de demora en cada asignación (KPIs). Con esta información, el proceso se agiliza continuamente, asegurando que cuando se llegue al 100% de carga, el check-in sea rápido y eficiente porque la masa crítica ya conocerá el método.</a:t>
          </a:r>
          <a:endParaRPr lang="en-US" sz="1100" kern="1200"/>
        </a:p>
      </dsp:txBody>
      <dsp:txXfrm>
        <a:off x="6472800" y="1737633"/>
        <a:ext cx="1800000" cy="2221171"/>
      </dsp:txXfrm>
    </dsp:sp>
    <dsp:sp modelId="{E2B7ECD2-DFD3-4753-905F-5FF09101BA43}">
      <dsp:nvSpPr>
        <dsp:cNvPr id="0" name=""/>
        <dsp:cNvSpPr/>
      </dsp:nvSpPr>
      <dsp:spPr>
        <a:xfrm>
          <a:off x="9082800" y="392532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BE6F78-5D64-404C-9566-77DBD6965DF1}">
      <dsp:nvSpPr>
        <dsp:cNvPr id="0" name=""/>
        <dsp:cNvSpPr/>
      </dsp:nvSpPr>
      <dsp:spPr>
        <a:xfrm>
          <a:off x="8587800" y="1737633"/>
          <a:ext cx="1800000" cy="2221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b="1" kern="1200" dirty="0"/>
            <a:t>Protección de la Dotación Nocturna:</a:t>
          </a:r>
          <a:r>
            <a:rPr lang="es-CL" sz="1100" kern="1200" dirty="0"/>
            <a:t> El volumen de consultas nuevas se dosifica, permitiendo que el único recepcionista de noche pueda gestionar la operación sin saturarse.</a:t>
          </a:r>
          <a:endParaRPr lang="en-US" sz="1100" kern="1200" dirty="0"/>
        </a:p>
      </dsp:txBody>
      <dsp:txXfrm>
        <a:off x="8587800" y="1737633"/>
        <a:ext cx="1800000" cy="222117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4595D7-FC02-4425-A38E-ABD2C7D01F64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381D8E-2346-4F3B-A32A-4AC86B96C6A3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E16081-4A96-412F-8899-D8115FCBEF7F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kern="1200"/>
            <a:t>El análisis demuestra que la </a:t>
          </a:r>
          <a:r>
            <a:rPr lang="es-CL" sz="1400" b="1" kern="1200"/>
            <a:t>Carga Masiva Inmediata (Escenario 1)</a:t>
          </a:r>
          <a:r>
            <a:rPr lang="es-CL" sz="1400" kern="1200"/>
            <a:t> pone en riesgo el éxito del proyecto, amenazando la continuidad operativa del campamento y la salud laboral del personal de recepción.</a:t>
          </a:r>
          <a:endParaRPr lang="en-US" sz="1400" kern="1200"/>
        </a:p>
      </dsp:txBody>
      <dsp:txXfrm>
        <a:off x="1834517" y="469890"/>
        <a:ext cx="3148942" cy="1335915"/>
      </dsp:txXfrm>
    </dsp:sp>
    <dsp:sp modelId="{E8FE2D04-82BD-48BC-8BD5-B037CE014C1D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01758D-190B-4127-A0B7-5CC77524877D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9A14A8-B01C-4684-9470-BE58DD215DAA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kern="1200"/>
            <a:t>Por lo tanto, la recomendación técnica es proceder con la </a:t>
          </a:r>
          <a:r>
            <a:rPr lang="es-CL" sz="1400" b="1" kern="1200"/>
            <a:t>Carga Progresiva (Escenario 2)</a:t>
          </a:r>
          <a:r>
            <a:rPr lang="es-CL" sz="1400" kern="1200"/>
            <a:t>, condicionada de manera estricta bajo las siguientes directrices para las empresas colaboradoras:</a:t>
          </a:r>
          <a:endParaRPr lang="en-US" sz="1400" kern="1200"/>
        </a:p>
      </dsp:txBody>
      <dsp:txXfrm>
        <a:off x="7154322" y="469890"/>
        <a:ext cx="3148942" cy="1335915"/>
      </dsp:txXfrm>
    </dsp:sp>
    <dsp:sp modelId="{1A3E3BFE-A1CB-4938-A346-842C281D30AD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EACF44-00F2-494C-A136-EDFB823B5B7E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03BAAB-E844-4BB3-9E32-F66C55D6D94A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b="1" kern="1200"/>
            <a:t>Regla Obligatoria de las 72 Horas:</a:t>
          </a:r>
          <a:r>
            <a:rPr lang="es-CL" sz="1400" kern="1200"/>
            <a:t> Exigir el envío de nóminas y cargas de pasajeros con un mínimo de 72 horas de anticipación. Sin esta información previa, no se garantiza la planificación ni la asignación oportuna.</a:t>
          </a:r>
          <a:endParaRPr lang="en-US" sz="1400" kern="1200"/>
        </a:p>
      </dsp:txBody>
      <dsp:txXfrm>
        <a:off x="1834517" y="2545532"/>
        <a:ext cx="3148942" cy="1335915"/>
      </dsp:txXfrm>
    </dsp:sp>
    <dsp:sp modelId="{BDF5C93E-DC51-488E-A737-D336EAFD7BB1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C653A8-95C4-496A-B956-85D41E88F8F7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965384-1862-4071-9A53-DB868367A96C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b="1" kern="1200"/>
            <a:t>Designación de Contrapartes:</a:t>
          </a:r>
          <a:r>
            <a:rPr lang="es-CL" sz="1400" kern="1200"/>
            <a:t> Obligar a cada empresa contratista a formalizar un "Delegado o Campamentero" semanal para canalizar la información de los usuarios y resolver discrepancias de cuartos antes del arribo a faena.</a:t>
          </a:r>
          <a:endParaRPr lang="en-US" sz="1400" kern="1200"/>
        </a:p>
      </dsp:txBody>
      <dsp:txXfrm>
        <a:off x="7154322" y="2545532"/>
        <a:ext cx="3148942" cy="13359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21D796-F7C4-FD4E-A605-1393166C177B}">
      <dsp:nvSpPr>
        <dsp:cNvPr id="0" name=""/>
        <dsp:cNvSpPr/>
      </dsp:nvSpPr>
      <dsp:spPr>
        <a:xfrm>
          <a:off x="0" y="42101"/>
          <a:ext cx="11092542" cy="7985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kern="1200"/>
            <a:t>En  la primera se semana solo partimos con 1 empresa.</a:t>
          </a:r>
          <a:endParaRPr lang="en-US" sz="2000" kern="1200"/>
        </a:p>
      </dsp:txBody>
      <dsp:txXfrm>
        <a:off x="38981" y="81082"/>
        <a:ext cx="11014580" cy="720563"/>
      </dsp:txXfrm>
    </dsp:sp>
    <dsp:sp modelId="{481D3BBF-BD83-3C4B-B156-DA1C1D69FBB0}">
      <dsp:nvSpPr>
        <dsp:cNvPr id="0" name=""/>
        <dsp:cNvSpPr/>
      </dsp:nvSpPr>
      <dsp:spPr>
        <a:xfrm>
          <a:off x="0" y="898226"/>
          <a:ext cx="11092542" cy="7985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kern="1200"/>
            <a:t>Semana dos 8 empresas.</a:t>
          </a:r>
          <a:endParaRPr lang="en-US" sz="2000" kern="1200"/>
        </a:p>
      </dsp:txBody>
      <dsp:txXfrm>
        <a:off x="38981" y="937207"/>
        <a:ext cx="11014580" cy="720563"/>
      </dsp:txXfrm>
    </dsp:sp>
    <dsp:sp modelId="{C58ACBE0-B266-3D41-93AF-9437CC38DE16}">
      <dsp:nvSpPr>
        <dsp:cNvPr id="0" name=""/>
        <dsp:cNvSpPr/>
      </dsp:nvSpPr>
      <dsp:spPr>
        <a:xfrm>
          <a:off x="0" y="1754351"/>
          <a:ext cx="11092542" cy="7985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kern="1200"/>
            <a:t>Actualmente nos encontramos con 15 empresas. y diferentes contratos de las mismas. 619 trabajadores en la plataforma.</a:t>
          </a:r>
          <a:endParaRPr lang="en-US" sz="2000" kern="1200"/>
        </a:p>
      </dsp:txBody>
      <dsp:txXfrm>
        <a:off x="38981" y="1793332"/>
        <a:ext cx="11014580" cy="720563"/>
      </dsp:txXfrm>
    </dsp:sp>
    <dsp:sp modelId="{F37C676C-AED9-5F4E-A9CF-EF3D88213D14}">
      <dsp:nvSpPr>
        <dsp:cNvPr id="0" name=""/>
        <dsp:cNvSpPr/>
      </dsp:nvSpPr>
      <dsp:spPr>
        <a:xfrm>
          <a:off x="0" y="2610476"/>
          <a:ext cx="11092542" cy="7985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kern="1200"/>
            <a:t>En turnos rotativos con la totalidad de 1238 en 2 turnos.</a:t>
          </a:r>
          <a:endParaRPr lang="en-US" sz="2000" kern="1200"/>
        </a:p>
      </dsp:txBody>
      <dsp:txXfrm>
        <a:off x="38981" y="2649457"/>
        <a:ext cx="11014580" cy="720563"/>
      </dsp:txXfrm>
    </dsp:sp>
    <dsp:sp modelId="{19D1C49B-27B7-3A41-81C7-1E024B0F6271}">
      <dsp:nvSpPr>
        <dsp:cNvPr id="0" name=""/>
        <dsp:cNvSpPr/>
      </dsp:nvSpPr>
      <dsp:spPr>
        <a:xfrm>
          <a:off x="0" y="3466601"/>
          <a:ext cx="11092542" cy="7985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Tomemos en cuenta un peak de 201 personas en un lapso de 38 minutos.</a:t>
          </a:r>
        </a:p>
      </dsp:txBody>
      <dsp:txXfrm>
        <a:off x="38981" y="3505582"/>
        <a:ext cx="11014580" cy="720563"/>
      </dsp:txXfrm>
    </dsp:sp>
    <dsp:sp modelId="{E0F7D02F-27C6-C642-94AF-510A0CDB52EC}">
      <dsp:nvSpPr>
        <dsp:cNvPr id="0" name=""/>
        <dsp:cNvSpPr/>
      </dsp:nvSpPr>
      <dsp:spPr>
        <a:xfrm>
          <a:off x="0" y="4322726"/>
          <a:ext cx="11092542" cy="7985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Con 2 recepcionistas, en preomedio nos tardamos  22.6 por usuario.</a:t>
          </a:r>
        </a:p>
      </dsp:txBody>
      <dsp:txXfrm>
        <a:off x="38981" y="4361707"/>
        <a:ext cx="11014580" cy="7205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63D168-D951-7189-E063-C6835688B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3ABE114-6C90-E3CD-AE78-474D023406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536B16-EFE9-E832-9772-93A60191E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D3AB3-7DE3-3C4C-8D50-9D96B9E975E9}" type="datetimeFigureOut">
              <a:rPr lang="es-CL" smtClean="0"/>
              <a:t>02-06-26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5AFB8F-9281-E5BC-A594-758EE2B4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FE9CA2-851A-B2EF-477D-4F9F9278B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B7797-A2BD-5D47-B572-544F039147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9662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5F7095-E380-1FC1-C1CA-ECC90F38A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8E1525-481D-34C9-3487-6848C5489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68685D-8CAB-C590-8BE7-834DFFDB8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D3AB3-7DE3-3C4C-8D50-9D96B9E975E9}" type="datetimeFigureOut">
              <a:rPr lang="es-CL" smtClean="0"/>
              <a:t>02-06-26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1FFF12-C97C-4942-B025-1982C7479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A95455-6D0D-6AA1-248A-D07D858DF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B7797-A2BD-5D47-B572-544F039147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9150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9C755B-42F2-99BA-BFA0-CE0993EA6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78A1D5-19B2-239B-CAD1-E1A4499CC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04A79E-58C0-0719-AA6C-EAA5D77ED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D3AB3-7DE3-3C4C-8D50-9D96B9E975E9}" type="datetimeFigureOut">
              <a:rPr lang="es-CL" smtClean="0"/>
              <a:t>02-06-26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64D929-F834-0A1C-BA94-DB6BEEB08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3902FA-C1C7-CBDC-C5FA-253546FF0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B7797-A2BD-5D47-B572-544F039147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92086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43759A-184F-C670-B40C-F2C5E0DC0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E92832-E3CA-D2E4-66FC-66FCC4450E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D99AB58-D49D-A83C-3D7D-F4A06D58C8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CB164D-3B50-91DA-F8DA-3981E7B26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D3AB3-7DE3-3C4C-8D50-9D96B9E975E9}" type="datetimeFigureOut">
              <a:rPr lang="es-CL" smtClean="0"/>
              <a:t>02-06-26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978200B-0B97-DF13-B3A5-AADDAE471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BFC640B-C724-FB1C-CF7E-CF8CB9A13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B7797-A2BD-5D47-B572-544F039147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88444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735062-4068-923A-7D61-C1E326558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F4030C-F810-C912-2473-80ED97D9C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1ED150A-F20C-50BB-0732-9A55EC1C6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5F49373-9AEC-FAB1-40D2-90B1204C40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DDE5588-C72D-1030-99E5-9E258489E9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EFA0EA9-7B1E-428D-7CD5-1318654FC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D3AB3-7DE3-3C4C-8D50-9D96B9E975E9}" type="datetimeFigureOut">
              <a:rPr lang="es-CL" smtClean="0"/>
              <a:t>02-06-26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2B7E49D-E55F-069B-D330-5023E768F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B95D143-D3DC-3954-AFED-A406EB4AB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B7797-A2BD-5D47-B572-544F039147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5067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BEF86-57D1-E7FD-8DEB-4C3FE81B0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43E59F7-DA41-3CAF-1264-FE406A808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D3AB3-7DE3-3C4C-8D50-9D96B9E975E9}" type="datetimeFigureOut">
              <a:rPr lang="es-CL" smtClean="0"/>
              <a:t>02-06-26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EB7BADF-F2CF-FAF5-D504-950D8DA7B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3ECE566-7939-A64C-4D4A-5ED5D7536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B7797-A2BD-5D47-B572-544F039147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81878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DF30457-F9A9-6439-017B-BA395D367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D3AB3-7DE3-3C4C-8D50-9D96B9E975E9}" type="datetimeFigureOut">
              <a:rPr lang="es-CL" smtClean="0"/>
              <a:t>02-06-26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434E81B-9FB6-6FBC-914F-2B3B8E36D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B6A8B2-AA8B-A50D-7024-F370C620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B7797-A2BD-5D47-B572-544F039147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03961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4D4899-B0AC-F51F-EBB4-569343B0C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4E6EF8-5C2F-EF3D-D493-5FDFB73C1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4F354BD-5F66-529D-ED76-8E1920791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9A6178-5225-02EE-D300-4F1BF3FF2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D3AB3-7DE3-3C4C-8D50-9D96B9E975E9}" type="datetimeFigureOut">
              <a:rPr lang="es-CL" smtClean="0"/>
              <a:t>02-06-26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297637-EAD1-2A82-6932-4CFCD2160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0ED9075-7CF5-53ED-4F76-92CAB7846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B7797-A2BD-5D47-B572-544F039147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2394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301F00-DC5D-95AF-0475-D327CB5A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7CE933B-022C-284A-D270-2CFE3AB8E6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6A6078B-98D8-B322-97E5-321C0F031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318800B-A358-5BAF-BFBF-5D07291AC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D3AB3-7DE3-3C4C-8D50-9D96B9E975E9}" type="datetimeFigureOut">
              <a:rPr lang="es-CL" smtClean="0"/>
              <a:t>02-06-26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3AD9F0-BF6F-A7F4-06AB-5B75B476F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7A944E-6682-65FB-1C60-E4EF5DB71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B7797-A2BD-5D47-B572-544F039147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64418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266919-C247-F934-C1EB-D909309FF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1969821-973C-FAE8-8D33-A67ED7E719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744350-30E9-978D-E089-DA492F91E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D3AB3-7DE3-3C4C-8D50-9D96B9E975E9}" type="datetimeFigureOut">
              <a:rPr lang="es-CL" smtClean="0"/>
              <a:t>02-06-26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744DF2-FAA0-6A75-C68B-C3C9E272D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94DE14-930A-843B-372A-934055856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B7797-A2BD-5D47-B572-544F039147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8414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D9D069E-CB6B-524D-B33D-C9C1157A84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037F081-839D-FB63-570F-B2EDEDB5D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ED1D4B-6CB1-50DC-487A-80F281B03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D3AB3-7DE3-3C4C-8D50-9D96B9E975E9}" type="datetimeFigureOut">
              <a:rPr lang="es-CL" smtClean="0"/>
              <a:t>02-06-26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A9BA1B-745D-E403-D3F8-3AD541C5D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2858A4-CEE2-6050-9805-CEDBDDB05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B7797-A2BD-5D47-B572-544F039147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9088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DDB4507-5B3B-3184-62AD-580FC8959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1B3C0C9-88C7-0BC3-8F80-87F639404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AE9F90-4578-5A79-3C97-A9A7C5C6D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1D3AB3-7DE3-3C4C-8D50-9D96B9E975E9}" type="datetimeFigureOut">
              <a:rPr lang="es-CL" smtClean="0"/>
              <a:t>02-06-26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C2926B-443C-2F23-06F9-BFCC51FD68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32DAAD-02B0-3053-D162-A9B49FC25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DB7797-A2BD-5D47-B572-544F039147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44663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C856A7-0823-F9B0-4DB9-481AA60B30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4" y="5490971"/>
            <a:ext cx="6962072" cy="1159200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s-CL" sz="2800" dirty="0">
                <a:solidFill>
                  <a:schemeClr val="bg1"/>
                </a:solidFill>
              </a:rPr>
              <a:t>INFORME DE EVALUACIÓN ESTRATÉGICA: MODELO DE IMPLEMENTACIÓN SISTEMA HOTELERO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99CAB0-A649-D2E5-E8C0-43AFC245CA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6522" y="5633765"/>
            <a:ext cx="3408555" cy="873612"/>
          </a:xfrm>
        </p:spPr>
        <p:txBody>
          <a:bodyPr anchor="ctr">
            <a:normAutofit/>
          </a:bodyPr>
          <a:lstStyle/>
          <a:p>
            <a:pPr algn="l"/>
            <a:r>
              <a:rPr lang="es-CL" sz="2000" dirty="0">
                <a:solidFill>
                  <a:srgbClr val="FFFFFF"/>
                </a:solidFill>
              </a:rPr>
              <a:t>LOS BRONCES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0114CCB-A1C4-4820-04B0-5C525CE59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35" y="1220284"/>
            <a:ext cx="11327549" cy="286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364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2EAB27-13C2-FF73-7DF7-1CDCEC56C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</p:spPr>
        <p:txBody>
          <a:bodyPr>
            <a:normAutofit/>
          </a:bodyPr>
          <a:lstStyle/>
          <a:p>
            <a:endParaRPr lang="es-CL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CBDBD26-D316-770D-5F0B-9EF3213EC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931" y="553454"/>
            <a:ext cx="9779307" cy="2469279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CBEBB4-2DF6-A33F-5F2F-5EC06677B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0779" y="3884452"/>
            <a:ext cx="5723021" cy="2398713"/>
          </a:xfrm>
        </p:spPr>
        <p:txBody>
          <a:bodyPr anchor="ctr">
            <a:normAutofit/>
          </a:bodyPr>
          <a:lstStyle/>
          <a:p>
            <a:r>
              <a:rPr lang="es-CL" sz="2000"/>
              <a:t>1:ESCENARIO A : Carga Masiva Inmediata</a:t>
            </a:r>
          </a:p>
        </p:txBody>
      </p:sp>
    </p:spTree>
    <p:extLst>
      <p:ext uri="{BB962C8B-B14F-4D97-AF65-F5344CB8AC3E}">
        <p14:creationId xmlns:p14="http://schemas.microsoft.com/office/powerpoint/2010/main" val="1471535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F63BB2-D0DE-D508-1DD4-AEC0A3530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1.PROS</a:t>
            </a:r>
          </a:p>
        </p:txBody>
      </p:sp>
      <p:graphicFrame>
        <p:nvGraphicFramePr>
          <p:cNvPr id="8" name="Marcador de contenido 2">
            <a:extLst>
              <a:ext uri="{FF2B5EF4-FFF2-40B4-BE49-F238E27FC236}">
                <a16:creationId xmlns:a16="http://schemas.microsoft.com/office/drawing/2014/main" id="{DEC14450-1740-4A56-1F1D-F72EBDBA1C2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CD22EBDF-FE34-EC52-2E83-F05937152E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8541" y="119679"/>
            <a:ext cx="3537099" cy="89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768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FAF1FA-D7CF-80B5-D89C-2D9520EB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2. CONTRAS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EA718BA-9C73-02FD-3E95-22CDA532A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8541" y="119679"/>
            <a:ext cx="3537099" cy="893931"/>
          </a:xfrm>
          <a:prstGeom prst="rect">
            <a:avLst/>
          </a:prstGeom>
        </p:spPr>
      </p:pic>
      <p:graphicFrame>
        <p:nvGraphicFramePr>
          <p:cNvPr id="13" name="Rectangle 2">
            <a:extLst>
              <a:ext uri="{FF2B5EF4-FFF2-40B4-BE49-F238E27FC236}">
                <a16:creationId xmlns:a16="http://schemas.microsoft.com/office/drawing/2014/main" id="{F702BC67-7EA7-8938-E04E-3CA81D2352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746777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18794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3928C07-00C6-96E3-1F43-1298A05EB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</p:spPr>
        <p:txBody>
          <a:bodyPr>
            <a:normAutofit/>
          </a:bodyPr>
          <a:lstStyle/>
          <a:p>
            <a:endParaRPr lang="es-CL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DF724A1-485D-3102-322A-514443937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931" y="553454"/>
            <a:ext cx="9779307" cy="2469279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02C130-3902-D9AD-D5ED-3495D7BB5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0779" y="3884452"/>
            <a:ext cx="5723021" cy="2398713"/>
          </a:xfrm>
        </p:spPr>
        <p:txBody>
          <a:bodyPr anchor="ctr">
            <a:normAutofit/>
          </a:bodyPr>
          <a:lstStyle/>
          <a:p>
            <a:r>
              <a:rPr lang="es-CL" sz="2000"/>
              <a:t>ESCENARIO 2: Carga Progresiva y Parcializada (Por empresas)</a:t>
            </a:r>
          </a:p>
        </p:txBody>
      </p:sp>
    </p:spTree>
    <p:extLst>
      <p:ext uri="{BB962C8B-B14F-4D97-AF65-F5344CB8AC3E}">
        <p14:creationId xmlns:p14="http://schemas.microsoft.com/office/powerpoint/2010/main" val="1420654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B0A30-7554-6C44-0780-678AF1B81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/>
              <a:t>Pros (Ventajas):</a:t>
            </a:r>
            <a:br>
              <a:rPr lang="es-CL" b="1" dirty="0"/>
            </a:br>
            <a:endParaRPr lang="es-CL" dirty="0"/>
          </a:p>
        </p:txBody>
      </p:sp>
      <p:graphicFrame>
        <p:nvGraphicFramePr>
          <p:cNvPr id="6" name="Marcador de contenido 2">
            <a:extLst>
              <a:ext uri="{FF2B5EF4-FFF2-40B4-BE49-F238E27FC236}">
                <a16:creationId xmlns:a16="http://schemas.microsoft.com/office/drawing/2014/main" id="{09DE7354-EBEB-1798-3688-C7BEE0EE8A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552398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4F98F0B1-32DC-742A-4C42-0ED7D55397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8541" y="119679"/>
            <a:ext cx="3537099" cy="89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484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0E2F22-4606-793B-A480-838721F91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89" y="4883544"/>
            <a:ext cx="3876086" cy="1556907"/>
          </a:xfrm>
        </p:spPr>
        <p:txBody>
          <a:bodyPr anchor="ctr">
            <a:normAutofit/>
          </a:bodyPr>
          <a:lstStyle/>
          <a:p>
            <a:r>
              <a:rPr lang="es-CL" sz="3200"/>
              <a:t>Contras (Desventajas temporales)</a:t>
            </a:r>
            <a:br>
              <a:rPr lang="es-CL" sz="3200" b="1"/>
            </a:br>
            <a:endParaRPr lang="es-CL" sz="32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A4D99D5-9256-50E5-4665-600F96D01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05" y="988969"/>
            <a:ext cx="10369645" cy="261833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7DE988-8364-59E2-482E-393936EB8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4883544"/>
            <a:ext cx="6586915" cy="1556907"/>
          </a:xfrm>
        </p:spPr>
        <p:txBody>
          <a:bodyPr anchor="ctr">
            <a:normAutofit/>
          </a:bodyPr>
          <a:lstStyle/>
          <a:p>
            <a:r>
              <a:rPr lang="es-CL" sz="1800" b="1" dirty="0" err="1"/>
              <a:t>Reportabilidad</a:t>
            </a:r>
            <a:r>
              <a:rPr lang="es-CL" sz="1800" b="1" dirty="0"/>
              <a:t> Parcial:</a:t>
            </a:r>
            <a:r>
              <a:rPr lang="es-CL" sz="1800" dirty="0"/>
              <a:t> Los informes en tiempo real se limitarán únicamente a las empresas activas en la plataforma, consolidándose al 100% una vez finalizado el despliegue gradual.</a:t>
            </a:r>
          </a:p>
        </p:txBody>
      </p:sp>
    </p:spTree>
    <p:extLst>
      <p:ext uri="{BB962C8B-B14F-4D97-AF65-F5344CB8AC3E}">
        <p14:creationId xmlns:p14="http://schemas.microsoft.com/office/powerpoint/2010/main" val="257404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6BA89D-9D0D-36DF-DDE8-7D142EFD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456407" cy="1325563"/>
          </a:xfrm>
        </p:spPr>
        <p:txBody>
          <a:bodyPr>
            <a:normAutofit fontScale="90000"/>
          </a:bodyPr>
          <a:lstStyle/>
          <a:p>
            <a:r>
              <a:rPr lang="es-CL" dirty="0"/>
              <a:t>CONCLUSIÓN Y RECOMENDACIÓN OPERATIVA</a:t>
            </a:r>
            <a:br>
              <a:rPr lang="es-CL" dirty="0"/>
            </a:br>
            <a:endParaRPr lang="es-CL" dirty="0"/>
          </a:p>
        </p:txBody>
      </p:sp>
      <p:graphicFrame>
        <p:nvGraphicFramePr>
          <p:cNvPr id="6" name="Marcador de contenido 2">
            <a:extLst>
              <a:ext uri="{FF2B5EF4-FFF2-40B4-BE49-F238E27FC236}">
                <a16:creationId xmlns:a16="http://schemas.microsoft.com/office/drawing/2014/main" id="{14A229F4-0E70-6543-8CAE-AAFBD0D7C8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67872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D8315B18-D839-79B0-9763-F9A8F374C1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8541" y="119679"/>
            <a:ext cx="3537099" cy="89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246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4BDD2-72D9-148E-03A3-F27D39BF3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D59BD72-3D5A-7BAB-D104-7953C2A80A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20224"/>
            <a:ext cx="12191999" cy="687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393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Marcador de contenido 2">
            <a:extLst>
              <a:ext uri="{FF2B5EF4-FFF2-40B4-BE49-F238E27FC236}">
                <a16:creationId xmlns:a16="http://schemas.microsoft.com/office/drawing/2014/main" id="{2D100314-20DC-68A0-AFE2-44E4E28BDA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417815"/>
              </p:ext>
            </p:extLst>
          </p:nvPr>
        </p:nvGraphicFramePr>
        <p:xfrm>
          <a:off x="261257" y="1013610"/>
          <a:ext cx="11092543" cy="51633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73449370-B2AD-3EA0-81FE-854AA7F74F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8541" y="119679"/>
            <a:ext cx="3537099" cy="89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509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36465050-01D5-1A1C-3946-129434F20D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3190" y="1013610"/>
            <a:ext cx="11045620" cy="518829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A56DE48-1667-1D0F-C596-2C3AA64F1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541" y="119679"/>
            <a:ext cx="3537099" cy="89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2586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8146</TotalTime>
  <Words>658</Words>
  <Application>Microsoft Macintosh PowerPoint</Application>
  <PresentationFormat>Panorámica</PresentationFormat>
  <Paragraphs>31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INFORME DE EVALUACIÓN ESTRATÉGICA: MODELO DE IMPLEMENTACIÓN SISTEMA HOTELERO</vt:lpstr>
      <vt:lpstr>Presentación de PowerPoint</vt:lpstr>
      <vt:lpstr>1.PROS</vt:lpstr>
      <vt:lpstr>2. CONTRAS</vt:lpstr>
      <vt:lpstr>Presentación de PowerPoint</vt:lpstr>
      <vt:lpstr>Pros (Ventajas): </vt:lpstr>
      <vt:lpstr>Contras (Desventajas temporales) </vt:lpstr>
      <vt:lpstr>CONCLUSIÓN Y RECOMENDACIÓN OPERATIVA 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Garrido Uribe, Juan Eduardo</dc:creator>
  <cp:lastModifiedBy>Garrido Uribe, Juan Eduardo</cp:lastModifiedBy>
  <cp:revision>2</cp:revision>
  <dcterms:created xsi:type="dcterms:W3CDTF">2026-06-03T02:02:08Z</dcterms:created>
  <dcterms:modified xsi:type="dcterms:W3CDTF">2026-06-08T17:48:54Z</dcterms:modified>
</cp:coreProperties>
</file>